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9"/>
  </p:notesMasterIdLst>
  <p:handoutMasterIdLst>
    <p:handoutMasterId r:id="rId50"/>
  </p:handoutMasterIdLst>
  <p:sldIdLst>
    <p:sldId id="323" r:id="rId5"/>
    <p:sldId id="322" r:id="rId6"/>
    <p:sldId id="318" r:id="rId7"/>
    <p:sldId id="324" r:id="rId8"/>
    <p:sldId id="325" r:id="rId9"/>
    <p:sldId id="316" r:id="rId10"/>
    <p:sldId id="315" r:id="rId11"/>
    <p:sldId id="353" r:id="rId12"/>
    <p:sldId id="326" r:id="rId13"/>
    <p:sldId id="328" r:id="rId14"/>
    <p:sldId id="327" r:id="rId15"/>
    <p:sldId id="329" r:id="rId16"/>
    <p:sldId id="330" r:id="rId17"/>
    <p:sldId id="331" r:id="rId18"/>
    <p:sldId id="332" r:id="rId19"/>
    <p:sldId id="333" r:id="rId20"/>
    <p:sldId id="334" r:id="rId21"/>
    <p:sldId id="335" r:id="rId22"/>
    <p:sldId id="336" r:id="rId23"/>
    <p:sldId id="337" r:id="rId24"/>
    <p:sldId id="338" r:id="rId25"/>
    <p:sldId id="339" r:id="rId26"/>
    <p:sldId id="340" r:id="rId27"/>
    <p:sldId id="341" r:id="rId28"/>
    <p:sldId id="342" r:id="rId29"/>
    <p:sldId id="343" r:id="rId30"/>
    <p:sldId id="344" r:id="rId31"/>
    <p:sldId id="345" r:id="rId32"/>
    <p:sldId id="346" r:id="rId33"/>
    <p:sldId id="347" r:id="rId34"/>
    <p:sldId id="348" r:id="rId35"/>
    <p:sldId id="349" r:id="rId36"/>
    <p:sldId id="354" r:id="rId37"/>
    <p:sldId id="355" r:id="rId38"/>
    <p:sldId id="352" r:id="rId39"/>
    <p:sldId id="356" r:id="rId40"/>
    <p:sldId id="358" r:id="rId41"/>
    <p:sldId id="357" r:id="rId42"/>
    <p:sldId id="359" r:id="rId43"/>
    <p:sldId id="360" r:id="rId44"/>
    <p:sldId id="361" r:id="rId45"/>
    <p:sldId id="362" r:id="rId46"/>
    <p:sldId id="364" r:id="rId47"/>
    <p:sldId id="363" r:id="rId48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9555C72-8F72-4A37-9D26-A5496109763F}">
          <p14:sldIdLst>
            <p14:sldId id="323"/>
            <p14:sldId id="322"/>
            <p14:sldId id="318"/>
            <p14:sldId id="324"/>
            <p14:sldId id="325"/>
            <p14:sldId id="316"/>
            <p14:sldId id="315"/>
            <p14:sldId id="353"/>
          </p14:sldIdLst>
        </p14:section>
        <p14:section name="Screenshots" id="{3035B07E-06D6-4A38-B3E2-5DEF88879047}">
          <p14:sldIdLst>
            <p14:sldId id="326"/>
            <p14:sldId id="328"/>
            <p14:sldId id="327"/>
            <p14:sldId id="329"/>
            <p14:sldId id="330"/>
            <p14:sldId id="331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</p14:sldIdLst>
        </p14:section>
        <p14:section name="Studiendesign" id="{FACCB2CD-0701-4A26-9B01-B8A3166232DF}">
          <p14:sldIdLst>
            <p14:sldId id="354"/>
            <p14:sldId id="355"/>
            <p14:sldId id="352"/>
            <p14:sldId id="356"/>
          </p14:sldIdLst>
        </p14:section>
        <p14:section name="Ergebnisse" id="{63C9CA63-E5F8-4657-B521-224849067D0E}">
          <p14:sldIdLst>
            <p14:sldId id="358"/>
            <p14:sldId id="357"/>
            <p14:sldId id="359"/>
            <p14:sldId id="360"/>
            <p14:sldId id="361"/>
            <p14:sldId id="362"/>
            <p14:sldId id="364"/>
            <p14:sldId id="36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5B8BF"/>
    <a:srgbClr val="5869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20" autoAdjust="0"/>
    <p:restoredTop sz="95388" autoAdjust="0"/>
  </p:normalViewPr>
  <p:slideViewPr>
    <p:cSldViewPr snapToGrid="0">
      <p:cViewPr varScale="1">
        <p:scale>
          <a:sx n="71" d="100"/>
          <a:sy n="71" d="100"/>
        </p:scale>
        <p:origin x="60" y="3612"/>
      </p:cViewPr>
      <p:guideLst/>
    </p:cSldViewPr>
  </p:slideViewPr>
  <p:outlineViewPr>
    <p:cViewPr>
      <p:scale>
        <a:sx n="33" d="100"/>
        <a:sy n="33" d="100"/>
      </p:scale>
      <p:origin x="0" y="-777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80" d="100"/>
          <a:sy n="80" d="100"/>
        </p:scale>
        <p:origin x="401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handoutMaster" Target="handoutMasters/handoutMaster1.xml"/><Relationship Id="rId55" Type="http://schemas.microsoft.com/office/2018/10/relationships/authors" Target="author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8" Type="http://schemas.openxmlformats.org/officeDocument/2006/relationships/slide" Target="slides/slide4.xml"/><Relationship Id="rId51" Type="http://schemas.openxmlformats.org/officeDocument/2006/relationships/presProps" Target="pres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6_2">
  <dgm:title val=""/>
  <dgm:desc val=""/>
  <dgm:catLst>
    <dgm:cat type="accent6" pri="11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5568A5B-AB4D-4105-BBE5-8B0A241DBE3B}" type="doc">
      <dgm:prSet loTypeId="urn:microsoft.com/office/officeart/2005/8/layout/cycle6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E73CA26D-D08E-4837-A072-36AD27B0D4EC}">
      <dgm:prSet phldrT="[Text]"/>
      <dgm:spPr/>
      <dgm:t>
        <a:bodyPr/>
        <a:lstStyle/>
        <a:p>
          <a:r>
            <a:rPr lang="de-DE" dirty="0"/>
            <a:t>Automatisierte Deepfake Erkennung</a:t>
          </a:r>
        </a:p>
      </dgm:t>
    </dgm:pt>
    <dgm:pt modelId="{7112E532-3A09-4D43-A02A-28E5B1BACD71}" type="parTrans" cxnId="{79F473AF-E07A-4B9D-B62C-B89DE43A4FB0}">
      <dgm:prSet/>
      <dgm:spPr/>
      <dgm:t>
        <a:bodyPr/>
        <a:lstStyle/>
        <a:p>
          <a:endParaRPr lang="de-DE"/>
        </a:p>
      </dgm:t>
    </dgm:pt>
    <dgm:pt modelId="{26571488-C55D-4118-BD7D-C45F48343B27}" type="sibTrans" cxnId="{79F473AF-E07A-4B9D-B62C-B89DE43A4FB0}">
      <dgm:prSet/>
      <dgm:spPr/>
      <dgm:t>
        <a:bodyPr/>
        <a:lstStyle/>
        <a:p>
          <a:endParaRPr lang="de-DE"/>
        </a:p>
      </dgm:t>
    </dgm:pt>
    <dgm:pt modelId="{1E950B07-D971-473D-A002-5F1EBB7AAD76}">
      <dgm:prSet phldrT="[Text]"/>
      <dgm:spPr/>
      <dgm:t>
        <a:bodyPr/>
        <a:lstStyle/>
        <a:p>
          <a:r>
            <a:rPr lang="de-DE" dirty="0"/>
            <a:t>Public Displays</a:t>
          </a:r>
        </a:p>
      </dgm:t>
    </dgm:pt>
    <dgm:pt modelId="{86E00D3F-5066-4884-BA7C-81F0CE0176E9}" type="parTrans" cxnId="{1D8580F2-CD25-48EE-B64D-3FC84A4F3B52}">
      <dgm:prSet/>
      <dgm:spPr/>
      <dgm:t>
        <a:bodyPr/>
        <a:lstStyle/>
        <a:p>
          <a:endParaRPr lang="de-DE"/>
        </a:p>
      </dgm:t>
    </dgm:pt>
    <dgm:pt modelId="{1EE0DECD-A530-43BD-9DB6-958C89655CA3}" type="sibTrans" cxnId="{1D8580F2-CD25-48EE-B64D-3FC84A4F3B52}">
      <dgm:prSet/>
      <dgm:spPr/>
      <dgm:t>
        <a:bodyPr/>
        <a:lstStyle/>
        <a:p>
          <a:endParaRPr lang="de-DE"/>
        </a:p>
      </dgm:t>
    </dgm:pt>
    <dgm:pt modelId="{71E3EBFB-E652-4BC7-8771-314CAC2FFEFA}">
      <dgm:prSet phldrT="[Text]"/>
      <dgm:spPr/>
      <dgm:t>
        <a:bodyPr/>
        <a:lstStyle/>
        <a:p>
          <a:r>
            <a:rPr lang="de-DE" dirty="0"/>
            <a:t>Deepfakes</a:t>
          </a:r>
        </a:p>
      </dgm:t>
    </dgm:pt>
    <dgm:pt modelId="{9D5FBCEC-79FE-4320-A347-7855FF89FF26}" type="parTrans" cxnId="{3A598F40-5C38-4414-8834-B5BF217C0EC2}">
      <dgm:prSet/>
      <dgm:spPr/>
      <dgm:t>
        <a:bodyPr/>
        <a:lstStyle/>
        <a:p>
          <a:endParaRPr lang="de-DE"/>
        </a:p>
      </dgm:t>
    </dgm:pt>
    <dgm:pt modelId="{5C20E022-6903-45DE-9CF8-7729CA3E1616}" type="sibTrans" cxnId="{3A598F40-5C38-4414-8834-B5BF217C0EC2}">
      <dgm:prSet/>
      <dgm:spPr/>
      <dgm:t>
        <a:bodyPr/>
        <a:lstStyle/>
        <a:p>
          <a:endParaRPr lang="de-DE"/>
        </a:p>
      </dgm:t>
    </dgm:pt>
    <dgm:pt modelId="{9A19D34A-5C5C-4AEC-B8BA-9982DE0F5B3F}">
      <dgm:prSet phldrT="[Text]"/>
      <dgm:spPr/>
      <dgm:t>
        <a:bodyPr/>
        <a:lstStyle/>
        <a:p>
          <a:r>
            <a:rPr lang="de-DE" dirty="0"/>
            <a:t>Deepfake Erzeugung</a:t>
          </a:r>
        </a:p>
      </dgm:t>
    </dgm:pt>
    <dgm:pt modelId="{B5B2927B-6302-4941-BE12-3728680DE7BA}" type="parTrans" cxnId="{75550F02-DCA1-42C7-8BD1-5D1F2EFC2006}">
      <dgm:prSet/>
      <dgm:spPr/>
      <dgm:t>
        <a:bodyPr/>
        <a:lstStyle/>
        <a:p>
          <a:endParaRPr lang="de-DE"/>
        </a:p>
      </dgm:t>
    </dgm:pt>
    <dgm:pt modelId="{2703A560-63D4-4B16-979E-A4F40A508865}" type="sibTrans" cxnId="{75550F02-DCA1-42C7-8BD1-5D1F2EFC2006}">
      <dgm:prSet/>
      <dgm:spPr/>
      <dgm:t>
        <a:bodyPr/>
        <a:lstStyle/>
        <a:p>
          <a:endParaRPr lang="de-DE"/>
        </a:p>
      </dgm:t>
    </dgm:pt>
    <dgm:pt modelId="{3441E219-4F5E-45E4-9B0D-F75D54299917}" type="pres">
      <dgm:prSet presAssocID="{15568A5B-AB4D-4105-BBE5-8B0A241DBE3B}" presName="cycle" presStyleCnt="0">
        <dgm:presLayoutVars>
          <dgm:dir/>
          <dgm:resizeHandles val="exact"/>
        </dgm:presLayoutVars>
      </dgm:prSet>
      <dgm:spPr/>
    </dgm:pt>
    <dgm:pt modelId="{EE9C5C48-9A1F-431F-A465-9184CCBE538F}" type="pres">
      <dgm:prSet presAssocID="{71E3EBFB-E652-4BC7-8771-314CAC2FFEFA}" presName="node" presStyleLbl="node1" presStyleIdx="0" presStyleCnt="4">
        <dgm:presLayoutVars>
          <dgm:bulletEnabled val="1"/>
        </dgm:presLayoutVars>
      </dgm:prSet>
      <dgm:spPr/>
    </dgm:pt>
    <dgm:pt modelId="{6F22C16E-297F-427F-9BE1-BC4514624D2D}" type="pres">
      <dgm:prSet presAssocID="{71E3EBFB-E652-4BC7-8771-314CAC2FFEFA}" presName="spNode" presStyleCnt="0"/>
      <dgm:spPr/>
    </dgm:pt>
    <dgm:pt modelId="{7845EA7F-3B77-4118-A2C9-F5A138A0E9DF}" type="pres">
      <dgm:prSet presAssocID="{5C20E022-6903-45DE-9CF8-7729CA3E1616}" presName="sibTrans" presStyleLbl="sibTrans1D1" presStyleIdx="0" presStyleCnt="4"/>
      <dgm:spPr/>
    </dgm:pt>
    <dgm:pt modelId="{FDC3C6FD-0FA7-48D4-B876-6C2FD553416C}" type="pres">
      <dgm:prSet presAssocID="{E73CA26D-D08E-4837-A072-36AD27B0D4EC}" presName="node" presStyleLbl="node1" presStyleIdx="1" presStyleCnt="4">
        <dgm:presLayoutVars>
          <dgm:bulletEnabled val="1"/>
        </dgm:presLayoutVars>
      </dgm:prSet>
      <dgm:spPr/>
    </dgm:pt>
    <dgm:pt modelId="{AA9C90F1-5940-479E-90C1-BA1AD0199D59}" type="pres">
      <dgm:prSet presAssocID="{E73CA26D-D08E-4837-A072-36AD27B0D4EC}" presName="spNode" presStyleCnt="0"/>
      <dgm:spPr/>
    </dgm:pt>
    <dgm:pt modelId="{B39CF825-4446-4050-A540-1F4934D9F6CB}" type="pres">
      <dgm:prSet presAssocID="{26571488-C55D-4118-BD7D-C45F48343B27}" presName="sibTrans" presStyleLbl="sibTrans1D1" presStyleIdx="1" presStyleCnt="4"/>
      <dgm:spPr/>
    </dgm:pt>
    <dgm:pt modelId="{8C5537ED-93AF-47E2-934D-F61A4FE3E492}" type="pres">
      <dgm:prSet presAssocID="{1E950B07-D971-473D-A002-5F1EBB7AAD76}" presName="node" presStyleLbl="node1" presStyleIdx="2" presStyleCnt="4">
        <dgm:presLayoutVars>
          <dgm:bulletEnabled val="1"/>
        </dgm:presLayoutVars>
      </dgm:prSet>
      <dgm:spPr/>
    </dgm:pt>
    <dgm:pt modelId="{9D31DD93-5F49-4379-89BA-E64AEF1D96A5}" type="pres">
      <dgm:prSet presAssocID="{1E950B07-D971-473D-A002-5F1EBB7AAD76}" presName="spNode" presStyleCnt="0"/>
      <dgm:spPr/>
    </dgm:pt>
    <dgm:pt modelId="{FB8B65A0-830C-4BB7-B16A-05A6D02D6AB3}" type="pres">
      <dgm:prSet presAssocID="{1EE0DECD-A530-43BD-9DB6-958C89655CA3}" presName="sibTrans" presStyleLbl="sibTrans1D1" presStyleIdx="2" presStyleCnt="4"/>
      <dgm:spPr/>
    </dgm:pt>
    <dgm:pt modelId="{42075D54-B150-46A5-B860-C036AB1AB53A}" type="pres">
      <dgm:prSet presAssocID="{9A19D34A-5C5C-4AEC-B8BA-9982DE0F5B3F}" presName="node" presStyleLbl="node1" presStyleIdx="3" presStyleCnt="4">
        <dgm:presLayoutVars>
          <dgm:bulletEnabled val="1"/>
        </dgm:presLayoutVars>
      </dgm:prSet>
      <dgm:spPr/>
    </dgm:pt>
    <dgm:pt modelId="{01CB9A39-FED2-4138-BC69-6BF2B535A4E4}" type="pres">
      <dgm:prSet presAssocID="{9A19D34A-5C5C-4AEC-B8BA-9982DE0F5B3F}" presName="spNode" presStyleCnt="0"/>
      <dgm:spPr/>
    </dgm:pt>
    <dgm:pt modelId="{1FDE4425-049B-41C7-AF9F-EA29B12C6BF5}" type="pres">
      <dgm:prSet presAssocID="{2703A560-63D4-4B16-979E-A4F40A508865}" presName="sibTrans" presStyleLbl="sibTrans1D1" presStyleIdx="3" presStyleCnt="4"/>
      <dgm:spPr/>
    </dgm:pt>
  </dgm:ptLst>
  <dgm:cxnLst>
    <dgm:cxn modelId="{75550F02-DCA1-42C7-8BD1-5D1F2EFC2006}" srcId="{15568A5B-AB4D-4105-BBE5-8B0A241DBE3B}" destId="{9A19D34A-5C5C-4AEC-B8BA-9982DE0F5B3F}" srcOrd="3" destOrd="0" parTransId="{B5B2927B-6302-4941-BE12-3728680DE7BA}" sibTransId="{2703A560-63D4-4B16-979E-A4F40A508865}"/>
    <dgm:cxn modelId="{8D742727-5A8C-4B4E-B76D-2F5D20A18295}" type="presOf" srcId="{9A19D34A-5C5C-4AEC-B8BA-9982DE0F5B3F}" destId="{42075D54-B150-46A5-B860-C036AB1AB53A}" srcOrd="0" destOrd="0" presId="urn:microsoft.com/office/officeart/2005/8/layout/cycle6"/>
    <dgm:cxn modelId="{7A433C3C-A0DC-4944-889D-B94614E04BF2}" type="presOf" srcId="{26571488-C55D-4118-BD7D-C45F48343B27}" destId="{B39CF825-4446-4050-A540-1F4934D9F6CB}" srcOrd="0" destOrd="0" presId="urn:microsoft.com/office/officeart/2005/8/layout/cycle6"/>
    <dgm:cxn modelId="{3A598F40-5C38-4414-8834-B5BF217C0EC2}" srcId="{15568A5B-AB4D-4105-BBE5-8B0A241DBE3B}" destId="{71E3EBFB-E652-4BC7-8771-314CAC2FFEFA}" srcOrd="0" destOrd="0" parTransId="{9D5FBCEC-79FE-4320-A347-7855FF89FF26}" sibTransId="{5C20E022-6903-45DE-9CF8-7729CA3E1616}"/>
    <dgm:cxn modelId="{ABB81A53-B159-4EAD-BFE3-CD701373550F}" type="presOf" srcId="{2703A560-63D4-4B16-979E-A4F40A508865}" destId="{1FDE4425-049B-41C7-AF9F-EA29B12C6BF5}" srcOrd="0" destOrd="0" presId="urn:microsoft.com/office/officeart/2005/8/layout/cycle6"/>
    <dgm:cxn modelId="{0F7CF156-BFC5-4462-BFAE-CF1A50184FE2}" type="presOf" srcId="{5C20E022-6903-45DE-9CF8-7729CA3E1616}" destId="{7845EA7F-3B77-4118-A2C9-F5A138A0E9DF}" srcOrd="0" destOrd="0" presId="urn:microsoft.com/office/officeart/2005/8/layout/cycle6"/>
    <dgm:cxn modelId="{265B6958-084C-41DD-9781-88254D6D6E51}" type="presOf" srcId="{71E3EBFB-E652-4BC7-8771-314CAC2FFEFA}" destId="{EE9C5C48-9A1F-431F-A465-9184CCBE538F}" srcOrd="0" destOrd="0" presId="urn:microsoft.com/office/officeart/2005/8/layout/cycle6"/>
    <dgm:cxn modelId="{B1010DA3-4322-4073-B1DC-5A9077899016}" type="presOf" srcId="{1EE0DECD-A530-43BD-9DB6-958C89655CA3}" destId="{FB8B65A0-830C-4BB7-B16A-05A6D02D6AB3}" srcOrd="0" destOrd="0" presId="urn:microsoft.com/office/officeart/2005/8/layout/cycle6"/>
    <dgm:cxn modelId="{79F473AF-E07A-4B9D-B62C-B89DE43A4FB0}" srcId="{15568A5B-AB4D-4105-BBE5-8B0A241DBE3B}" destId="{E73CA26D-D08E-4837-A072-36AD27B0D4EC}" srcOrd="1" destOrd="0" parTransId="{7112E532-3A09-4D43-A02A-28E5B1BACD71}" sibTransId="{26571488-C55D-4118-BD7D-C45F48343B27}"/>
    <dgm:cxn modelId="{A845B6AF-8C83-4DAD-8A52-25189618DEB5}" type="presOf" srcId="{1E950B07-D971-473D-A002-5F1EBB7AAD76}" destId="{8C5537ED-93AF-47E2-934D-F61A4FE3E492}" srcOrd="0" destOrd="0" presId="urn:microsoft.com/office/officeart/2005/8/layout/cycle6"/>
    <dgm:cxn modelId="{36C60ED3-5C2E-42AD-9DF6-8D2495E1DDE3}" type="presOf" srcId="{15568A5B-AB4D-4105-BBE5-8B0A241DBE3B}" destId="{3441E219-4F5E-45E4-9B0D-F75D54299917}" srcOrd="0" destOrd="0" presId="urn:microsoft.com/office/officeart/2005/8/layout/cycle6"/>
    <dgm:cxn modelId="{1D8580F2-CD25-48EE-B64D-3FC84A4F3B52}" srcId="{15568A5B-AB4D-4105-BBE5-8B0A241DBE3B}" destId="{1E950B07-D971-473D-A002-5F1EBB7AAD76}" srcOrd="2" destOrd="0" parTransId="{86E00D3F-5066-4884-BA7C-81F0CE0176E9}" sibTransId="{1EE0DECD-A530-43BD-9DB6-958C89655CA3}"/>
    <dgm:cxn modelId="{D70A6CF5-35C8-49EB-A143-9B846821E8DB}" type="presOf" srcId="{E73CA26D-D08E-4837-A072-36AD27B0D4EC}" destId="{FDC3C6FD-0FA7-48D4-B876-6C2FD553416C}" srcOrd="0" destOrd="0" presId="urn:microsoft.com/office/officeart/2005/8/layout/cycle6"/>
    <dgm:cxn modelId="{1B22D62E-F276-4CCF-ADB2-ADDADCB7D801}" type="presParOf" srcId="{3441E219-4F5E-45E4-9B0D-F75D54299917}" destId="{EE9C5C48-9A1F-431F-A465-9184CCBE538F}" srcOrd="0" destOrd="0" presId="urn:microsoft.com/office/officeart/2005/8/layout/cycle6"/>
    <dgm:cxn modelId="{C643A143-EB37-4C44-8542-88491C31237E}" type="presParOf" srcId="{3441E219-4F5E-45E4-9B0D-F75D54299917}" destId="{6F22C16E-297F-427F-9BE1-BC4514624D2D}" srcOrd="1" destOrd="0" presId="urn:microsoft.com/office/officeart/2005/8/layout/cycle6"/>
    <dgm:cxn modelId="{A5AF30C7-5425-4FAE-9995-AC2AD02BDEA0}" type="presParOf" srcId="{3441E219-4F5E-45E4-9B0D-F75D54299917}" destId="{7845EA7F-3B77-4118-A2C9-F5A138A0E9DF}" srcOrd="2" destOrd="0" presId="urn:microsoft.com/office/officeart/2005/8/layout/cycle6"/>
    <dgm:cxn modelId="{32918541-59C0-486A-8A3D-8D18E02F5F0E}" type="presParOf" srcId="{3441E219-4F5E-45E4-9B0D-F75D54299917}" destId="{FDC3C6FD-0FA7-48D4-B876-6C2FD553416C}" srcOrd="3" destOrd="0" presId="urn:microsoft.com/office/officeart/2005/8/layout/cycle6"/>
    <dgm:cxn modelId="{1CD62026-03BB-40EB-A60F-579936A37865}" type="presParOf" srcId="{3441E219-4F5E-45E4-9B0D-F75D54299917}" destId="{AA9C90F1-5940-479E-90C1-BA1AD0199D59}" srcOrd="4" destOrd="0" presId="urn:microsoft.com/office/officeart/2005/8/layout/cycle6"/>
    <dgm:cxn modelId="{EF97ED72-DAF9-433B-B60E-A769C985A749}" type="presParOf" srcId="{3441E219-4F5E-45E4-9B0D-F75D54299917}" destId="{B39CF825-4446-4050-A540-1F4934D9F6CB}" srcOrd="5" destOrd="0" presId="urn:microsoft.com/office/officeart/2005/8/layout/cycle6"/>
    <dgm:cxn modelId="{2E880174-358F-49C6-B66F-314910B79721}" type="presParOf" srcId="{3441E219-4F5E-45E4-9B0D-F75D54299917}" destId="{8C5537ED-93AF-47E2-934D-F61A4FE3E492}" srcOrd="6" destOrd="0" presId="urn:microsoft.com/office/officeart/2005/8/layout/cycle6"/>
    <dgm:cxn modelId="{9B984C99-00E0-4900-B70C-B8C1FBBAC52A}" type="presParOf" srcId="{3441E219-4F5E-45E4-9B0D-F75D54299917}" destId="{9D31DD93-5F49-4379-89BA-E64AEF1D96A5}" srcOrd="7" destOrd="0" presId="urn:microsoft.com/office/officeart/2005/8/layout/cycle6"/>
    <dgm:cxn modelId="{2C27FEF4-CC90-4166-858F-9EDA08769199}" type="presParOf" srcId="{3441E219-4F5E-45E4-9B0D-F75D54299917}" destId="{FB8B65A0-830C-4BB7-B16A-05A6D02D6AB3}" srcOrd="8" destOrd="0" presId="urn:microsoft.com/office/officeart/2005/8/layout/cycle6"/>
    <dgm:cxn modelId="{E97C2895-6D26-4C7C-BA2A-559270877B3A}" type="presParOf" srcId="{3441E219-4F5E-45E4-9B0D-F75D54299917}" destId="{42075D54-B150-46A5-B860-C036AB1AB53A}" srcOrd="9" destOrd="0" presId="urn:microsoft.com/office/officeart/2005/8/layout/cycle6"/>
    <dgm:cxn modelId="{22C3495B-1A92-47CB-AEAB-47B67B1C1362}" type="presParOf" srcId="{3441E219-4F5E-45E4-9B0D-F75D54299917}" destId="{01CB9A39-FED2-4138-BC69-6BF2B535A4E4}" srcOrd="10" destOrd="0" presId="urn:microsoft.com/office/officeart/2005/8/layout/cycle6"/>
    <dgm:cxn modelId="{F6D27947-9604-42BB-915D-5F3A32A90173}" type="presParOf" srcId="{3441E219-4F5E-45E4-9B0D-F75D54299917}" destId="{1FDE4425-049B-41C7-AF9F-EA29B12C6BF5}" srcOrd="11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5B12D4-95F5-43B5-A5F4-ABDA6675C598}" type="doc">
      <dgm:prSet loTypeId="urn:microsoft.com/office/officeart/2005/8/layout/default" loCatId="list" qsTypeId="urn:microsoft.com/office/officeart/2005/8/quickstyle/simple1" qsCatId="simple" csTypeId="urn:microsoft.com/office/officeart/2005/8/colors/accent6_2" csCatId="accent6" phldr="1"/>
      <dgm:spPr/>
      <dgm:t>
        <a:bodyPr/>
        <a:lstStyle/>
        <a:p>
          <a:endParaRPr lang="de-DE"/>
        </a:p>
      </dgm:t>
    </dgm:pt>
    <dgm:pt modelId="{40D11746-6515-4AD2-9781-D21B5313DECF}">
      <dgm:prSet phldrT="[Text]"/>
      <dgm:spPr/>
      <dgm:t>
        <a:bodyPr/>
        <a:lstStyle/>
        <a:p>
          <a:r>
            <a:rPr lang="de-DE" dirty="0"/>
            <a:t>Deepfake Detection Wettbewerbe</a:t>
          </a:r>
        </a:p>
      </dgm:t>
    </dgm:pt>
    <dgm:pt modelId="{13AC3389-8756-426F-B1BD-249E5C96D956}" type="parTrans" cxnId="{87E3791C-621D-42D7-A260-992A248E75D5}">
      <dgm:prSet/>
      <dgm:spPr/>
      <dgm:t>
        <a:bodyPr/>
        <a:lstStyle/>
        <a:p>
          <a:endParaRPr lang="de-DE"/>
        </a:p>
      </dgm:t>
    </dgm:pt>
    <dgm:pt modelId="{1CD6B5F0-B057-41A8-8370-335D263609F5}" type="sibTrans" cxnId="{87E3791C-621D-42D7-A260-992A248E75D5}">
      <dgm:prSet/>
      <dgm:spPr/>
      <dgm:t>
        <a:bodyPr/>
        <a:lstStyle/>
        <a:p>
          <a:endParaRPr lang="de-DE"/>
        </a:p>
      </dgm:t>
    </dgm:pt>
    <dgm:pt modelId="{9ECD6194-6B66-41FA-B726-5DAB5C8B02C3}">
      <dgm:prSet phldrT="[Text]"/>
      <dgm:spPr/>
      <dgm:t>
        <a:bodyPr/>
        <a:lstStyle/>
        <a:p>
          <a:r>
            <a:rPr lang="de-DE" dirty="0"/>
            <a:t>Bildungsansätze</a:t>
          </a:r>
        </a:p>
      </dgm:t>
    </dgm:pt>
    <dgm:pt modelId="{DB5E4CA9-B405-44B1-8050-1580ED2A10AA}" type="parTrans" cxnId="{FA150039-B2E2-4134-AF56-4FA2AF873F8C}">
      <dgm:prSet/>
      <dgm:spPr/>
      <dgm:t>
        <a:bodyPr/>
        <a:lstStyle/>
        <a:p>
          <a:endParaRPr lang="de-DE"/>
        </a:p>
      </dgm:t>
    </dgm:pt>
    <dgm:pt modelId="{78D8134D-424C-46C4-BE59-FFF2ABF7B3A4}" type="sibTrans" cxnId="{FA150039-B2E2-4134-AF56-4FA2AF873F8C}">
      <dgm:prSet/>
      <dgm:spPr/>
      <dgm:t>
        <a:bodyPr/>
        <a:lstStyle/>
        <a:p>
          <a:endParaRPr lang="de-DE"/>
        </a:p>
      </dgm:t>
    </dgm:pt>
    <dgm:pt modelId="{6F7A039F-2E5B-4555-B892-34F71A226EAB}">
      <dgm:prSet phldrT="[Text]"/>
      <dgm:spPr/>
      <dgm:t>
        <a:bodyPr/>
        <a:lstStyle/>
        <a:p>
          <a:r>
            <a:rPr lang="de-DE" dirty="0"/>
            <a:t>Menschliche Deepfake Erkennung</a:t>
          </a:r>
        </a:p>
      </dgm:t>
    </dgm:pt>
    <dgm:pt modelId="{E008AFBA-F3EC-4936-9B3E-4B867C53A686}" type="parTrans" cxnId="{68941AE9-7508-493F-A135-2F36AF0989C2}">
      <dgm:prSet/>
      <dgm:spPr/>
      <dgm:t>
        <a:bodyPr/>
        <a:lstStyle/>
        <a:p>
          <a:endParaRPr lang="de-DE"/>
        </a:p>
      </dgm:t>
    </dgm:pt>
    <dgm:pt modelId="{FEB62149-B4E5-4957-B61A-E1064887C2AE}" type="sibTrans" cxnId="{68941AE9-7508-493F-A135-2F36AF0989C2}">
      <dgm:prSet/>
      <dgm:spPr/>
      <dgm:t>
        <a:bodyPr/>
        <a:lstStyle/>
        <a:p>
          <a:endParaRPr lang="de-DE"/>
        </a:p>
      </dgm:t>
    </dgm:pt>
    <dgm:pt modelId="{6FEED86F-4504-4DDF-978A-22306363A622}" type="pres">
      <dgm:prSet presAssocID="{195B12D4-95F5-43B5-A5F4-ABDA6675C598}" presName="diagram" presStyleCnt="0">
        <dgm:presLayoutVars>
          <dgm:dir/>
          <dgm:resizeHandles val="exact"/>
        </dgm:presLayoutVars>
      </dgm:prSet>
      <dgm:spPr/>
    </dgm:pt>
    <dgm:pt modelId="{1B4F3896-89AA-4915-B70E-64A22852A0B0}" type="pres">
      <dgm:prSet presAssocID="{40D11746-6515-4AD2-9781-D21B5313DECF}" presName="node" presStyleLbl="node1" presStyleIdx="0" presStyleCnt="3">
        <dgm:presLayoutVars>
          <dgm:bulletEnabled val="1"/>
        </dgm:presLayoutVars>
      </dgm:prSet>
      <dgm:spPr>
        <a:prstGeom prst="ellipse">
          <a:avLst/>
        </a:prstGeom>
      </dgm:spPr>
    </dgm:pt>
    <dgm:pt modelId="{14D54E32-E64D-42EF-8CC4-87C6B077BA54}" type="pres">
      <dgm:prSet presAssocID="{1CD6B5F0-B057-41A8-8370-335D263609F5}" presName="sibTrans" presStyleCnt="0"/>
      <dgm:spPr/>
    </dgm:pt>
    <dgm:pt modelId="{9E46E4DC-A43E-4A87-B047-0B05E0666E60}" type="pres">
      <dgm:prSet presAssocID="{6F7A039F-2E5B-4555-B892-34F71A226EAB}" presName="node" presStyleLbl="node1" presStyleIdx="1" presStyleCnt="3">
        <dgm:presLayoutVars>
          <dgm:bulletEnabled val="1"/>
        </dgm:presLayoutVars>
      </dgm:prSet>
      <dgm:spPr>
        <a:prstGeom prst="ellipse">
          <a:avLst/>
        </a:prstGeom>
      </dgm:spPr>
    </dgm:pt>
    <dgm:pt modelId="{BD60DC39-C577-4F91-BAF9-7AC7FE015021}" type="pres">
      <dgm:prSet presAssocID="{FEB62149-B4E5-4957-B61A-E1064887C2AE}" presName="sibTrans" presStyleCnt="0"/>
      <dgm:spPr/>
    </dgm:pt>
    <dgm:pt modelId="{1129E4D1-9FE4-4807-AAD3-F9CC0313719A}" type="pres">
      <dgm:prSet presAssocID="{9ECD6194-6B66-41FA-B726-5DAB5C8B02C3}" presName="node" presStyleLbl="node1" presStyleIdx="2" presStyleCnt="3">
        <dgm:presLayoutVars>
          <dgm:bulletEnabled val="1"/>
        </dgm:presLayoutVars>
      </dgm:prSet>
      <dgm:spPr>
        <a:prstGeom prst="ellipse">
          <a:avLst/>
        </a:prstGeom>
      </dgm:spPr>
    </dgm:pt>
  </dgm:ptLst>
  <dgm:cxnLst>
    <dgm:cxn modelId="{87E3791C-621D-42D7-A260-992A248E75D5}" srcId="{195B12D4-95F5-43B5-A5F4-ABDA6675C598}" destId="{40D11746-6515-4AD2-9781-D21B5313DECF}" srcOrd="0" destOrd="0" parTransId="{13AC3389-8756-426F-B1BD-249E5C96D956}" sibTransId="{1CD6B5F0-B057-41A8-8370-335D263609F5}"/>
    <dgm:cxn modelId="{121BFF1F-CCFD-4BB5-B068-413218D2B0EB}" type="presOf" srcId="{6F7A039F-2E5B-4555-B892-34F71A226EAB}" destId="{9E46E4DC-A43E-4A87-B047-0B05E0666E60}" srcOrd="0" destOrd="0" presId="urn:microsoft.com/office/officeart/2005/8/layout/default"/>
    <dgm:cxn modelId="{FA150039-B2E2-4134-AF56-4FA2AF873F8C}" srcId="{195B12D4-95F5-43B5-A5F4-ABDA6675C598}" destId="{9ECD6194-6B66-41FA-B726-5DAB5C8B02C3}" srcOrd="2" destOrd="0" parTransId="{DB5E4CA9-B405-44B1-8050-1580ED2A10AA}" sibTransId="{78D8134D-424C-46C4-BE59-FFF2ABF7B3A4}"/>
    <dgm:cxn modelId="{244C7862-81EC-4D85-B4F1-512BE2984DBA}" type="presOf" srcId="{195B12D4-95F5-43B5-A5F4-ABDA6675C598}" destId="{6FEED86F-4504-4DDF-978A-22306363A622}" srcOrd="0" destOrd="0" presId="urn:microsoft.com/office/officeart/2005/8/layout/default"/>
    <dgm:cxn modelId="{E6182756-DB10-4FF6-9418-080C7FC32683}" type="presOf" srcId="{40D11746-6515-4AD2-9781-D21B5313DECF}" destId="{1B4F3896-89AA-4915-B70E-64A22852A0B0}" srcOrd="0" destOrd="0" presId="urn:microsoft.com/office/officeart/2005/8/layout/default"/>
    <dgm:cxn modelId="{F955FBE3-04F4-4B40-8E99-87E2746F0A84}" type="presOf" srcId="{9ECD6194-6B66-41FA-B726-5DAB5C8B02C3}" destId="{1129E4D1-9FE4-4807-AAD3-F9CC0313719A}" srcOrd="0" destOrd="0" presId="urn:microsoft.com/office/officeart/2005/8/layout/default"/>
    <dgm:cxn modelId="{68941AE9-7508-493F-A135-2F36AF0989C2}" srcId="{195B12D4-95F5-43B5-A5F4-ABDA6675C598}" destId="{6F7A039F-2E5B-4555-B892-34F71A226EAB}" srcOrd="1" destOrd="0" parTransId="{E008AFBA-F3EC-4936-9B3E-4B867C53A686}" sibTransId="{FEB62149-B4E5-4957-B61A-E1064887C2AE}"/>
    <dgm:cxn modelId="{489698CC-B5F5-47D7-BFA4-C7E627F8C7E7}" type="presParOf" srcId="{6FEED86F-4504-4DDF-978A-22306363A622}" destId="{1B4F3896-89AA-4915-B70E-64A22852A0B0}" srcOrd="0" destOrd="0" presId="urn:microsoft.com/office/officeart/2005/8/layout/default"/>
    <dgm:cxn modelId="{020435E8-BD6B-4597-BE91-68AA8C82B0E1}" type="presParOf" srcId="{6FEED86F-4504-4DDF-978A-22306363A622}" destId="{14D54E32-E64D-42EF-8CC4-87C6B077BA54}" srcOrd="1" destOrd="0" presId="urn:microsoft.com/office/officeart/2005/8/layout/default"/>
    <dgm:cxn modelId="{E3AB2880-1703-41CE-BD3C-663CE34BD723}" type="presParOf" srcId="{6FEED86F-4504-4DDF-978A-22306363A622}" destId="{9E46E4DC-A43E-4A87-B047-0B05E0666E60}" srcOrd="2" destOrd="0" presId="urn:microsoft.com/office/officeart/2005/8/layout/default"/>
    <dgm:cxn modelId="{F5803584-D7E3-400E-9E36-98B3958106A5}" type="presParOf" srcId="{6FEED86F-4504-4DDF-978A-22306363A622}" destId="{BD60DC39-C577-4F91-BAF9-7AC7FE015021}" srcOrd="3" destOrd="0" presId="urn:microsoft.com/office/officeart/2005/8/layout/default"/>
    <dgm:cxn modelId="{57B3D58F-AE88-4969-92B3-6C8C8E1AD66A}" type="presParOf" srcId="{6FEED86F-4504-4DDF-978A-22306363A622}" destId="{1129E4D1-9FE4-4807-AAD3-F9CC0313719A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0B69C66-5795-4134-BA1E-2C8FBF00D93B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21FF96D-0859-40E9-880E-307AF3D122EC}">
      <dgm:prSet phldrT="[Text]"/>
      <dgm:spPr/>
      <dgm:t>
        <a:bodyPr/>
        <a:lstStyle/>
        <a:p>
          <a:r>
            <a:rPr lang="de-DE" dirty="0"/>
            <a:t>Diese Arbeit</a:t>
          </a:r>
        </a:p>
      </dgm:t>
    </dgm:pt>
    <dgm:pt modelId="{42A62567-A23D-4935-8B35-D6C874E61429}" type="parTrans" cxnId="{B02E384A-E773-400B-9B9A-09812B6D8840}">
      <dgm:prSet/>
      <dgm:spPr/>
      <dgm:t>
        <a:bodyPr/>
        <a:lstStyle/>
        <a:p>
          <a:endParaRPr lang="de-DE"/>
        </a:p>
      </dgm:t>
    </dgm:pt>
    <dgm:pt modelId="{57910A4B-E9F4-4F7F-80A8-2B503F79B30D}" type="sibTrans" cxnId="{B02E384A-E773-400B-9B9A-09812B6D8840}">
      <dgm:prSet/>
      <dgm:spPr/>
      <dgm:t>
        <a:bodyPr/>
        <a:lstStyle/>
        <a:p>
          <a:endParaRPr lang="de-DE"/>
        </a:p>
      </dgm:t>
    </dgm:pt>
    <dgm:pt modelId="{025D9CF0-5ABB-4747-A863-F79B0069D11C}">
      <dgm:prSet phldrT="[Text]"/>
      <dgm:spPr/>
      <dgm:t>
        <a:bodyPr/>
        <a:lstStyle/>
        <a:p>
          <a:r>
            <a:rPr lang="de-DE" dirty="0"/>
            <a:t>Technische Erkennung</a:t>
          </a:r>
        </a:p>
      </dgm:t>
    </dgm:pt>
    <dgm:pt modelId="{27C4020D-8AFF-4A7E-B33E-5A5197FD181A}" type="parTrans" cxnId="{F23282FA-25F9-4F15-B65B-E65337F93EF0}">
      <dgm:prSet/>
      <dgm:spPr/>
      <dgm:t>
        <a:bodyPr/>
        <a:lstStyle/>
        <a:p>
          <a:endParaRPr lang="de-DE"/>
        </a:p>
      </dgm:t>
    </dgm:pt>
    <dgm:pt modelId="{DEA440AF-F4E7-4382-9442-58A2AD808A37}" type="sibTrans" cxnId="{F23282FA-25F9-4F15-B65B-E65337F93EF0}">
      <dgm:prSet/>
      <dgm:spPr/>
      <dgm:t>
        <a:bodyPr/>
        <a:lstStyle/>
        <a:p>
          <a:endParaRPr lang="de-DE"/>
        </a:p>
      </dgm:t>
    </dgm:pt>
    <dgm:pt modelId="{8A2F0757-6D68-48C0-A456-19C09BD5F1D7}">
      <dgm:prSet phldrT="[Text]"/>
      <dgm:spPr/>
      <dgm:t>
        <a:bodyPr/>
        <a:lstStyle/>
        <a:p>
          <a:r>
            <a:rPr lang="de-DE" dirty="0"/>
            <a:t>Bildungsansätze</a:t>
          </a:r>
        </a:p>
      </dgm:t>
    </dgm:pt>
    <dgm:pt modelId="{4277E95E-40F0-48FA-9281-FE6B4824B004}" type="parTrans" cxnId="{F4B74E3A-BF10-40E8-A113-385F5F87D868}">
      <dgm:prSet/>
      <dgm:spPr/>
      <dgm:t>
        <a:bodyPr/>
        <a:lstStyle/>
        <a:p>
          <a:endParaRPr lang="de-DE"/>
        </a:p>
      </dgm:t>
    </dgm:pt>
    <dgm:pt modelId="{76547E70-0754-48D4-A605-827057B5BD81}" type="sibTrans" cxnId="{F4B74E3A-BF10-40E8-A113-385F5F87D868}">
      <dgm:prSet/>
      <dgm:spPr/>
      <dgm:t>
        <a:bodyPr/>
        <a:lstStyle/>
        <a:p>
          <a:endParaRPr lang="de-DE"/>
        </a:p>
      </dgm:t>
    </dgm:pt>
    <dgm:pt modelId="{9A7E9266-D2CA-4B70-8D6D-F32E6FFABD73}" type="pres">
      <dgm:prSet presAssocID="{90B69C66-5795-4134-BA1E-2C8FBF00D93B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3B32002B-92B7-4576-826B-198678FF157A}" type="pres">
      <dgm:prSet presAssocID="{821FF96D-0859-40E9-880E-307AF3D122EC}" presName="centerShape" presStyleLbl="node0" presStyleIdx="0" presStyleCnt="1" custScaleX="81804" custScaleY="84562"/>
      <dgm:spPr/>
    </dgm:pt>
    <dgm:pt modelId="{FEF073DB-8AFF-4BC2-BB14-8E5D7E6136D0}" type="pres">
      <dgm:prSet presAssocID="{27C4020D-8AFF-4A7E-B33E-5A5197FD181A}" presName="parTrans" presStyleLbl="bgSibTrans2D1" presStyleIdx="0" presStyleCnt="2"/>
      <dgm:spPr/>
    </dgm:pt>
    <dgm:pt modelId="{6A39ABB0-C4CB-4C4A-8C08-8E30B8D19F10}" type="pres">
      <dgm:prSet presAssocID="{025D9CF0-5ABB-4747-A863-F79B0069D11C}" presName="node" presStyleLbl="node1" presStyleIdx="0" presStyleCnt="2">
        <dgm:presLayoutVars>
          <dgm:bulletEnabled val="1"/>
        </dgm:presLayoutVars>
      </dgm:prSet>
      <dgm:spPr/>
    </dgm:pt>
    <dgm:pt modelId="{7F59D685-65B8-4C77-9374-49CC01F70BED}" type="pres">
      <dgm:prSet presAssocID="{4277E95E-40F0-48FA-9281-FE6B4824B004}" presName="parTrans" presStyleLbl="bgSibTrans2D1" presStyleIdx="1" presStyleCnt="2"/>
      <dgm:spPr/>
    </dgm:pt>
    <dgm:pt modelId="{1C3A4C3B-DD19-4E5E-868D-1C5D6141EBB8}" type="pres">
      <dgm:prSet presAssocID="{8A2F0757-6D68-48C0-A456-19C09BD5F1D7}" presName="node" presStyleLbl="node1" presStyleIdx="1" presStyleCnt="2">
        <dgm:presLayoutVars>
          <dgm:bulletEnabled val="1"/>
        </dgm:presLayoutVars>
      </dgm:prSet>
      <dgm:spPr/>
    </dgm:pt>
  </dgm:ptLst>
  <dgm:cxnLst>
    <dgm:cxn modelId="{EA573015-28DB-42B2-A1CF-AD91C5DAF319}" type="presOf" srcId="{27C4020D-8AFF-4A7E-B33E-5A5197FD181A}" destId="{FEF073DB-8AFF-4BC2-BB14-8E5D7E6136D0}" srcOrd="0" destOrd="0" presId="urn:microsoft.com/office/officeart/2005/8/layout/radial4"/>
    <dgm:cxn modelId="{8BD9FE1D-BC25-442B-B586-C567B56C9E38}" type="presOf" srcId="{8A2F0757-6D68-48C0-A456-19C09BD5F1D7}" destId="{1C3A4C3B-DD19-4E5E-868D-1C5D6141EBB8}" srcOrd="0" destOrd="0" presId="urn:microsoft.com/office/officeart/2005/8/layout/radial4"/>
    <dgm:cxn modelId="{F4B74E3A-BF10-40E8-A113-385F5F87D868}" srcId="{821FF96D-0859-40E9-880E-307AF3D122EC}" destId="{8A2F0757-6D68-48C0-A456-19C09BD5F1D7}" srcOrd="1" destOrd="0" parTransId="{4277E95E-40F0-48FA-9281-FE6B4824B004}" sibTransId="{76547E70-0754-48D4-A605-827057B5BD81}"/>
    <dgm:cxn modelId="{B02E384A-E773-400B-9B9A-09812B6D8840}" srcId="{90B69C66-5795-4134-BA1E-2C8FBF00D93B}" destId="{821FF96D-0859-40E9-880E-307AF3D122EC}" srcOrd="0" destOrd="0" parTransId="{42A62567-A23D-4935-8B35-D6C874E61429}" sibTransId="{57910A4B-E9F4-4F7F-80A8-2B503F79B30D}"/>
    <dgm:cxn modelId="{52CD33C7-67E6-4410-A9BC-E7B3E947737F}" type="presOf" srcId="{90B69C66-5795-4134-BA1E-2C8FBF00D93B}" destId="{9A7E9266-D2CA-4B70-8D6D-F32E6FFABD73}" srcOrd="0" destOrd="0" presId="urn:microsoft.com/office/officeart/2005/8/layout/radial4"/>
    <dgm:cxn modelId="{3BADEDDD-5932-4165-95E6-1491ED9A5E53}" type="presOf" srcId="{821FF96D-0859-40E9-880E-307AF3D122EC}" destId="{3B32002B-92B7-4576-826B-198678FF157A}" srcOrd="0" destOrd="0" presId="urn:microsoft.com/office/officeart/2005/8/layout/radial4"/>
    <dgm:cxn modelId="{45B5FFF7-D401-4679-9A9B-257A09016F47}" type="presOf" srcId="{4277E95E-40F0-48FA-9281-FE6B4824B004}" destId="{7F59D685-65B8-4C77-9374-49CC01F70BED}" srcOrd="0" destOrd="0" presId="urn:microsoft.com/office/officeart/2005/8/layout/radial4"/>
    <dgm:cxn modelId="{F23282FA-25F9-4F15-B65B-E65337F93EF0}" srcId="{821FF96D-0859-40E9-880E-307AF3D122EC}" destId="{025D9CF0-5ABB-4747-A863-F79B0069D11C}" srcOrd="0" destOrd="0" parTransId="{27C4020D-8AFF-4A7E-B33E-5A5197FD181A}" sibTransId="{DEA440AF-F4E7-4382-9442-58A2AD808A37}"/>
    <dgm:cxn modelId="{B124F4FD-0F1A-4617-9039-B068E9D7947C}" type="presOf" srcId="{025D9CF0-5ABB-4747-A863-F79B0069D11C}" destId="{6A39ABB0-C4CB-4C4A-8C08-8E30B8D19F10}" srcOrd="0" destOrd="0" presId="urn:microsoft.com/office/officeart/2005/8/layout/radial4"/>
    <dgm:cxn modelId="{71706E31-A24C-4BD0-9A69-004072D6D39B}" type="presParOf" srcId="{9A7E9266-D2CA-4B70-8D6D-F32E6FFABD73}" destId="{3B32002B-92B7-4576-826B-198678FF157A}" srcOrd="0" destOrd="0" presId="urn:microsoft.com/office/officeart/2005/8/layout/radial4"/>
    <dgm:cxn modelId="{4DFAADD8-05A3-4079-98A9-689839377091}" type="presParOf" srcId="{9A7E9266-D2CA-4B70-8D6D-F32E6FFABD73}" destId="{FEF073DB-8AFF-4BC2-BB14-8E5D7E6136D0}" srcOrd="1" destOrd="0" presId="urn:microsoft.com/office/officeart/2005/8/layout/radial4"/>
    <dgm:cxn modelId="{6F492F6B-FAE7-4AC6-99F1-FC19CD503ABA}" type="presParOf" srcId="{9A7E9266-D2CA-4B70-8D6D-F32E6FFABD73}" destId="{6A39ABB0-C4CB-4C4A-8C08-8E30B8D19F10}" srcOrd="2" destOrd="0" presId="urn:microsoft.com/office/officeart/2005/8/layout/radial4"/>
    <dgm:cxn modelId="{914DE8ED-39F3-47A0-9A0B-343005BCAA1C}" type="presParOf" srcId="{9A7E9266-D2CA-4B70-8D6D-F32E6FFABD73}" destId="{7F59D685-65B8-4C77-9374-49CC01F70BED}" srcOrd="3" destOrd="0" presId="urn:microsoft.com/office/officeart/2005/8/layout/radial4"/>
    <dgm:cxn modelId="{DD998B49-0409-41B4-BB5B-CA41A04F8079}" type="presParOf" srcId="{9A7E9266-D2CA-4B70-8D6D-F32E6FFABD73}" destId="{1C3A4C3B-DD19-4E5E-868D-1C5D6141EBB8}" srcOrd="4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58ADA2E-D3CC-4248-813D-F956A59F9020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6D7432DB-5125-4A21-920C-AFD7964D3E74}">
      <dgm:prSet phldrT="[Text]"/>
      <dgm:spPr/>
      <dgm:t>
        <a:bodyPr/>
        <a:lstStyle/>
        <a:p>
          <a:pPr algn="ctr"/>
          <a:r>
            <a:rPr lang="de-DE" b="1" dirty="0"/>
            <a:t>Start Phase 1</a:t>
          </a:r>
        </a:p>
      </dgm:t>
    </dgm:pt>
    <dgm:pt modelId="{1396F922-EF18-4225-86E4-5C36DFE4AC9E}" type="parTrans" cxnId="{F7320C40-49A2-4111-AE6A-40D686A883F8}">
      <dgm:prSet/>
      <dgm:spPr/>
      <dgm:t>
        <a:bodyPr/>
        <a:lstStyle/>
        <a:p>
          <a:endParaRPr lang="de-DE"/>
        </a:p>
      </dgm:t>
    </dgm:pt>
    <dgm:pt modelId="{07BE92DD-F72D-4381-B5A7-1EE6652C6D5F}" type="sibTrans" cxnId="{F7320C40-49A2-4111-AE6A-40D686A883F8}">
      <dgm:prSet/>
      <dgm:spPr/>
      <dgm:t>
        <a:bodyPr/>
        <a:lstStyle/>
        <a:p>
          <a:endParaRPr lang="de-DE"/>
        </a:p>
      </dgm:t>
    </dgm:pt>
    <dgm:pt modelId="{51F2B1DB-1B8E-4C7E-8EF9-8C35942D13AB}">
      <dgm:prSet phldrT="[Text]"/>
      <dgm:spPr/>
      <dgm:t>
        <a:bodyPr/>
        <a:lstStyle/>
        <a:p>
          <a:pPr algn="ctr"/>
          <a:r>
            <a:rPr lang="de-DE" b="1" dirty="0"/>
            <a:t>Ende Phase 1</a:t>
          </a:r>
        </a:p>
      </dgm:t>
    </dgm:pt>
    <dgm:pt modelId="{87C17072-D44B-4538-9459-2BC4692A6CA6}" type="parTrans" cxnId="{9EF75AA8-E19E-4CA1-9F63-B0EFFA092D4C}">
      <dgm:prSet/>
      <dgm:spPr/>
      <dgm:t>
        <a:bodyPr/>
        <a:lstStyle/>
        <a:p>
          <a:endParaRPr lang="de-DE"/>
        </a:p>
      </dgm:t>
    </dgm:pt>
    <dgm:pt modelId="{13D9633E-0D2F-426D-BCB2-8E3EBA15EAD0}" type="sibTrans" cxnId="{9EF75AA8-E19E-4CA1-9F63-B0EFFA092D4C}">
      <dgm:prSet/>
      <dgm:spPr/>
      <dgm:t>
        <a:bodyPr/>
        <a:lstStyle/>
        <a:p>
          <a:endParaRPr lang="de-DE"/>
        </a:p>
      </dgm:t>
    </dgm:pt>
    <dgm:pt modelId="{73481358-91EE-49FC-8F40-E9AD9FF024A9}">
      <dgm:prSet phldrT="[Text]"/>
      <dgm:spPr/>
      <dgm:t>
        <a:bodyPr/>
        <a:lstStyle/>
        <a:p>
          <a:pPr algn="l"/>
          <a:r>
            <a:rPr lang="de-DE" dirty="0"/>
            <a:t>10.07.2025</a:t>
          </a:r>
        </a:p>
      </dgm:t>
    </dgm:pt>
    <dgm:pt modelId="{237079D4-052B-4CD6-A437-58F043896221}" type="parTrans" cxnId="{58ACFD38-680C-4BEC-BC3B-926372005658}">
      <dgm:prSet/>
      <dgm:spPr/>
      <dgm:t>
        <a:bodyPr/>
        <a:lstStyle/>
        <a:p>
          <a:endParaRPr lang="de-DE"/>
        </a:p>
      </dgm:t>
    </dgm:pt>
    <dgm:pt modelId="{22B15328-A6F3-47A5-9F1D-E1E711699CE2}" type="sibTrans" cxnId="{58ACFD38-680C-4BEC-BC3B-926372005658}">
      <dgm:prSet/>
      <dgm:spPr/>
      <dgm:t>
        <a:bodyPr/>
        <a:lstStyle/>
        <a:p>
          <a:endParaRPr lang="de-DE"/>
        </a:p>
      </dgm:t>
    </dgm:pt>
    <dgm:pt modelId="{C9C1C9C6-AAAC-447F-A3F5-EACC995981A4}">
      <dgm:prSet phldrT="[Text]"/>
      <dgm:spPr/>
      <dgm:t>
        <a:bodyPr/>
        <a:lstStyle/>
        <a:p>
          <a:pPr algn="ctr"/>
          <a:r>
            <a:rPr lang="de-DE" b="1" dirty="0"/>
            <a:t>Start Phase 2</a:t>
          </a:r>
        </a:p>
      </dgm:t>
    </dgm:pt>
    <dgm:pt modelId="{EEB8A9BA-52B7-4B7B-B81D-66DFD6DCD7EB}" type="parTrans" cxnId="{DF580A2C-AECE-469B-ABA4-419641310CFB}">
      <dgm:prSet/>
      <dgm:spPr/>
      <dgm:t>
        <a:bodyPr/>
        <a:lstStyle/>
        <a:p>
          <a:endParaRPr lang="de-DE"/>
        </a:p>
      </dgm:t>
    </dgm:pt>
    <dgm:pt modelId="{AB3CF288-DDA1-460C-AEDA-8E9878041E30}" type="sibTrans" cxnId="{DF580A2C-AECE-469B-ABA4-419641310CFB}">
      <dgm:prSet/>
      <dgm:spPr/>
      <dgm:t>
        <a:bodyPr/>
        <a:lstStyle/>
        <a:p>
          <a:endParaRPr lang="de-DE"/>
        </a:p>
      </dgm:t>
    </dgm:pt>
    <dgm:pt modelId="{677FDC6D-A3B5-4946-9477-0BCBFCD82BEC}">
      <dgm:prSet phldrT="[Text]"/>
      <dgm:spPr/>
      <dgm:t>
        <a:bodyPr/>
        <a:lstStyle/>
        <a:p>
          <a:pPr algn="l"/>
          <a:r>
            <a:rPr lang="de-DE" dirty="0"/>
            <a:t>14.07.2025</a:t>
          </a:r>
        </a:p>
      </dgm:t>
    </dgm:pt>
    <dgm:pt modelId="{ADD1811F-C7AC-4401-A0B1-FD120DDABF61}" type="parTrans" cxnId="{6B732A3F-1B5C-42C2-B8E1-30769C1DE1F1}">
      <dgm:prSet/>
      <dgm:spPr/>
      <dgm:t>
        <a:bodyPr/>
        <a:lstStyle/>
        <a:p>
          <a:endParaRPr lang="de-DE"/>
        </a:p>
      </dgm:t>
    </dgm:pt>
    <dgm:pt modelId="{BE3BB7CD-78E9-485C-B01E-5991FF55992D}" type="sibTrans" cxnId="{6B732A3F-1B5C-42C2-B8E1-30769C1DE1F1}">
      <dgm:prSet/>
      <dgm:spPr/>
      <dgm:t>
        <a:bodyPr/>
        <a:lstStyle/>
        <a:p>
          <a:endParaRPr lang="de-DE"/>
        </a:p>
      </dgm:t>
    </dgm:pt>
    <dgm:pt modelId="{3E727AB0-8489-4AAC-9237-F61B177B96AB}">
      <dgm:prSet phldrT="[Text]"/>
      <dgm:spPr/>
      <dgm:t>
        <a:bodyPr/>
        <a:lstStyle/>
        <a:p>
          <a:pPr algn="ctr"/>
          <a:r>
            <a:rPr lang="de-DE" b="1" dirty="0"/>
            <a:t>Ende Phase 2</a:t>
          </a:r>
        </a:p>
      </dgm:t>
    </dgm:pt>
    <dgm:pt modelId="{79049999-A790-4940-8377-988E26249558}" type="parTrans" cxnId="{8108C121-1663-4B53-9CAF-979F47D5E6E3}">
      <dgm:prSet/>
      <dgm:spPr/>
      <dgm:t>
        <a:bodyPr/>
        <a:lstStyle/>
        <a:p>
          <a:endParaRPr lang="de-DE"/>
        </a:p>
      </dgm:t>
    </dgm:pt>
    <dgm:pt modelId="{893B9A03-3F10-4882-B25E-A567E5D4E869}" type="sibTrans" cxnId="{8108C121-1663-4B53-9CAF-979F47D5E6E3}">
      <dgm:prSet/>
      <dgm:spPr/>
      <dgm:t>
        <a:bodyPr/>
        <a:lstStyle/>
        <a:p>
          <a:endParaRPr lang="de-DE"/>
        </a:p>
      </dgm:t>
    </dgm:pt>
    <dgm:pt modelId="{E050D788-5DA1-46F1-883A-A7811A394C94}">
      <dgm:prSet phldrT="[Text]"/>
      <dgm:spPr/>
      <dgm:t>
        <a:bodyPr/>
        <a:lstStyle/>
        <a:p>
          <a:pPr algn="l"/>
          <a:r>
            <a:rPr lang="de-DE" dirty="0"/>
            <a:t>15.07.2025</a:t>
          </a:r>
        </a:p>
      </dgm:t>
    </dgm:pt>
    <dgm:pt modelId="{AE5E0110-9959-4501-83EE-6723C2E094B0}" type="parTrans" cxnId="{3D1290ED-FF28-4677-99A7-E82A977A0F40}">
      <dgm:prSet/>
      <dgm:spPr/>
      <dgm:t>
        <a:bodyPr/>
        <a:lstStyle/>
        <a:p>
          <a:endParaRPr lang="de-DE"/>
        </a:p>
      </dgm:t>
    </dgm:pt>
    <dgm:pt modelId="{BEBFE166-C74F-47F0-8133-BBFF9F4A4CE6}" type="sibTrans" cxnId="{3D1290ED-FF28-4677-99A7-E82A977A0F40}">
      <dgm:prSet/>
      <dgm:spPr/>
      <dgm:t>
        <a:bodyPr/>
        <a:lstStyle/>
        <a:p>
          <a:endParaRPr lang="de-DE"/>
        </a:p>
      </dgm:t>
    </dgm:pt>
    <dgm:pt modelId="{CAEA9929-0801-4232-B14E-371242EDDDBC}">
      <dgm:prSet phldrT="[Text]"/>
      <dgm:spPr/>
      <dgm:t>
        <a:bodyPr/>
        <a:lstStyle/>
        <a:p>
          <a:pPr algn="l"/>
          <a:r>
            <a:rPr lang="de-DE" dirty="0"/>
            <a:t>25.07.2025</a:t>
          </a:r>
        </a:p>
      </dgm:t>
    </dgm:pt>
    <dgm:pt modelId="{D7B06DC3-228A-4C33-BC2E-8343FDF1B666}" type="parTrans" cxnId="{F8F19DB7-A5F3-4273-AD09-9A52C0FC602C}">
      <dgm:prSet/>
      <dgm:spPr/>
      <dgm:t>
        <a:bodyPr/>
        <a:lstStyle/>
        <a:p>
          <a:endParaRPr lang="de-DE"/>
        </a:p>
      </dgm:t>
    </dgm:pt>
    <dgm:pt modelId="{98014C4E-9C35-4642-9E75-27087A0A8F94}" type="sibTrans" cxnId="{F8F19DB7-A5F3-4273-AD09-9A52C0FC602C}">
      <dgm:prSet/>
      <dgm:spPr/>
      <dgm:t>
        <a:bodyPr/>
        <a:lstStyle/>
        <a:p>
          <a:endParaRPr lang="de-DE"/>
        </a:p>
      </dgm:t>
    </dgm:pt>
    <dgm:pt modelId="{481562C9-877A-4EF3-9F70-C1CDB630DA06}">
      <dgm:prSet phldrT="[Text]"/>
      <dgm:spPr/>
      <dgm:t>
        <a:bodyPr/>
        <a:lstStyle/>
        <a:p>
          <a:pPr algn="ctr"/>
          <a:r>
            <a:rPr lang="de-DE" b="1" dirty="0"/>
            <a:t>Start Testlauf</a:t>
          </a:r>
        </a:p>
      </dgm:t>
    </dgm:pt>
    <dgm:pt modelId="{684623E7-7B3B-47B5-9FD9-7F664002AFE5}" type="parTrans" cxnId="{B4BB72CC-2DE6-4225-BFDC-66F6FC97E34E}">
      <dgm:prSet/>
      <dgm:spPr/>
      <dgm:t>
        <a:bodyPr/>
        <a:lstStyle/>
        <a:p>
          <a:endParaRPr lang="de-DE"/>
        </a:p>
      </dgm:t>
    </dgm:pt>
    <dgm:pt modelId="{8311629C-6384-483B-80D6-380E0E7E3FA6}" type="sibTrans" cxnId="{B4BB72CC-2DE6-4225-BFDC-66F6FC97E34E}">
      <dgm:prSet/>
      <dgm:spPr/>
      <dgm:t>
        <a:bodyPr/>
        <a:lstStyle/>
        <a:p>
          <a:endParaRPr lang="de-DE"/>
        </a:p>
      </dgm:t>
    </dgm:pt>
    <dgm:pt modelId="{8EAF2C1B-0323-4539-BDC6-B6CC43C1A479}">
      <dgm:prSet phldrT="[Text]"/>
      <dgm:spPr/>
      <dgm:t>
        <a:bodyPr/>
        <a:lstStyle/>
        <a:p>
          <a:pPr algn="ctr"/>
          <a:r>
            <a:rPr lang="de-DE" dirty="0"/>
            <a:t>30.06.2025</a:t>
          </a:r>
        </a:p>
      </dgm:t>
    </dgm:pt>
    <dgm:pt modelId="{0B1FD4D5-8D49-409D-A225-BA63FB7EFDA1}" type="parTrans" cxnId="{988EBA4D-74CF-448B-A4BF-E5363228D16F}">
      <dgm:prSet/>
      <dgm:spPr/>
      <dgm:t>
        <a:bodyPr/>
        <a:lstStyle/>
        <a:p>
          <a:endParaRPr lang="de-DE"/>
        </a:p>
      </dgm:t>
    </dgm:pt>
    <dgm:pt modelId="{AC6AC619-3A50-4FFD-A0B5-A4BDB364B5D7}" type="sibTrans" cxnId="{988EBA4D-74CF-448B-A4BF-E5363228D16F}">
      <dgm:prSet/>
      <dgm:spPr/>
      <dgm:t>
        <a:bodyPr/>
        <a:lstStyle/>
        <a:p>
          <a:endParaRPr lang="de-DE"/>
        </a:p>
      </dgm:t>
    </dgm:pt>
    <dgm:pt modelId="{E1AF4287-3AC9-4145-8609-7DC886038A91}">
      <dgm:prSet phldrT="[Text]"/>
      <dgm:spPr/>
      <dgm:t>
        <a:bodyPr/>
        <a:lstStyle/>
        <a:p>
          <a:pPr algn="ctr"/>
          <a:r>
            <a:rPr lang="de-DE" b="1" dirty="0"/>
            <a:t>Ende Testlauf</a:t>
          </a:r>
        </a:p>
      </dgm:t>
    </dgm:pt>
    <dgm:pt modelId="{9BC0BA3A-F697-4D1D-A2B3-0C9B277FBDCF}" type="parTrans" cxnId="{42FC13CB-1BFF-4475-819B-D2853B21BCD3}">
      <dgm:prSet/>
      <dgm:spPr/>
      <dgm:t>
        <a:bodyPr/>
        <a:lstStyle/>
        <a:p>
          <a:endParaRPr lang="de-DE"/>
        </a:p>
      </dgm:t>
    </dgm:pt>
    <dgm:pt modelId="{3A7E821B-0264-4BEA-8CA2-71FCE3DB3420}" type="sibTrans" cxnId="{42FC13CB-1BFF-4475-819B-D2853B21BCD3}">
      <dgm:prSet/>
      <dgm:spPr/>
      <dgm:t>
        <a:bodyPr/>
        <a:lstStyle/>
        <a:p>
          <a:endParaRPr lang="de-DE"/>
        </a:p>
      </dgm:t>
    </dgm:pt>
    <dgm:pt modelId="{5F0524D0-30D1-4D24-A7AA-36D5DDF1ADAD}">
      <dgm:prSet phldrT="[Text]"/>
      <dgm:spPr/>
      <dgm:t>
        <a:bodyPr/>
        <a:lstStyle/>
        <a:p>
          <a:pPr algn="ctr"/>
          <a:r>
            <a:rPr lang="de-DE" dirty="0"/>
            <a:t>11.07.2025</a:t>
          </a:r>
        </a:p>
      </dgm:t>
    </dgm:pt>
    <dgm:pt modelId="{B2DD2A9D-F7DB-4EA8-8A82-F99F1BAC383C}" type="parTrans" cxnId="{1FB9AFAC-C143-47A1-B487-9A7A35F33DC1}">
      <dgm:prSet/>
      <dgm:spPr/>
      <dgm:t>
        <a:bodyPr/>
        <a:lstStyle/>
        <a:p>
          <a:endParaRPr lang="de-DE"/>
        </a:p>
      </dgm:t>
    </dgm:pt>
    <dgm:pt modelId="{BC5F5736-0362-4A2D-BBB9-E65C615ECFF7}" type="sibTrans" cxnId="{1FB9AFAC-C143-47A1-B487-9A7A35F33DC1}">
      <dgm:prSet/>
      <dgm:spPr/>
      <dgm:t>
        <a:bodyPr/>
        <a:lstStyle/>
        <a:p>
          <a:endParaRPr lang="de-DE"/>
        </a:p>
      </dgm:t>
    </dgm:pt>
    <dgm:pt modelId="{2D0BB6E4-2E2E-45AB-AB72-375C82467BFA}" type="pres">
      <dgm:prSet presAssocID="{758ADA2E-D3CC-4248-813D-F956A59F9020}" presName="Name0" presStyleCnt="0">
        <dgm:presLayoutVars>
          <dgm:dir/>
          <dgm:resizeHandles val="exact"/>
        </dgm:presLayoutVars>
      </dgm:prSet>
      <dgm:spPr/>
    </dgm:pt>
    <dgm:pt modelId="{02679A1E-AC54-4C6E-B52D-3ABFC994683F}" type="pres">
      <dgm:prSet presAssocID="{758ADA2E-D3CC-4248-813D-F956A59F9020}" presName="arrow" presStyleLbl="bgShp" presStyleIdx="0" presStyleCnt="1"/>
      <dgm:spPr/>
    </dgm:pt>
    <dgm:pt modelId="{D4E68533-E54B-4219-88E7-F3552962F59F}" type="pres">
      <dgm:prSet presAssocID="{758ADA2E-D3CC-4248-813D-F956A59F9020}" presName="points" presStyleCnt="0"/>
      <dgm:spPr/>
    </dgm:pt>
    <dgm:pt modelId="{94CFE812-3B67-413D-B427-CE796060B79C}" type="pres">
      <dgm:prSet presAssocID="{481562C9-877A-4EF3-9F70-C1CDB630DA06}" presName="compositeA" presStyleCnt="0"/>
      <dgm:spPr/>
    </dgm:pt>
    <dgm:pt modelId="{12213AC9-B364-4445-83C7-10E65B7DB44E}" type="pres">
      <dgm:prSet presAssocID="{481562C9-877A-4EF3-9F70-C1CDB630DA06}" presName="textA" presStyleLbl="revTx" presStyleIdx="0" presStyleCnt="6">
        <dgm:presLayoutVars>
          <dgm:bulletEnabled val="1"/>
        </dgm:presLayoutVars>
      </dgm:prSet>
      <dgm:spPr/>
    </dgm:pt>
    <dgm:pt modelId="{C2EF0ABA-81C6-448C-B100-E7E31C24CBCF}" type="pres">
      <dgm:prSet presAssocID="{481562C9-877A-4EF3-9F70-C1CDB630DA06}" presName="circleA" presStyleLbl="node1" presStyleIdx="0" presStyleCnt="6"/>
      <dgm:spPr/>
    </dgm:pt>
    <dgm:pt modelId="{37C0A411-7C35-44B4-BCA7-D3A3CB96F3F9}" type="pres">
      <dgm:prSet presAssocID="{481562C9-877A-4EF3-9F70-C1CDB630DA06}" presName="spaceA" presStyleCnt="0"/>
      <dgm:spPr/>
    </dgm:pt>
    <dgm:pt modelId="{51AABCBD-C0E1-40E0-807A-B7F0ADE1D07C}" type="pres">
      <dgm:prSet presAssocID="{8311629C-6384-483B-80D6-380E0E7E3FA6}" presName="space" presStyleCnt="0"/>
      <dgm:spPr/>
    </dgm:pt>
    <dgm:pt modelId="{7CF5B59D-68A6-4459-AA01-DB4081FE3BB4}" type="pres">
      <dgm:prSet presAssocID="{E1AF4287-3AC9-4145-8609-7DC886038A91}" presName="compositeB" presStyleCnt="0"/>
      <dgm:spPr/>
    </dgm:pt>
    <dgm:pt modelId="{C87542D9-887B-4720-95CF-B58B01B18DDF}" type="pres">
      <dgm:prSet presAssocID="{E1AF4287-3AC9-4145-8609-7DC886038A91}" presName="textB" presStyleLbl="revTx" presStyleIdx="1" presStyleCnt="6">
        <dgm:presLayoutVars>
          <dgm:bulletEnabled val="1"/>
        </dgm:presLayoutVars>
      </dgm:prSet>
      <dgm:spPr/>
    </dgm:pt>
    <dgm:pt modelId="{0F4D0C3D-D556-451E-B463-15497EB4476D}" type="pres">
      <dgm:prSet presAssocID="{E1AF4287-3AC9-4145-8609-7DC886038A91}" presName="circleB" presStyleLbl="node1" presStyleIdx="1" presStyleCnt="6"/>
      <dgm:spPr/>
    </dgm:pt>
    <dgm:pt modelId="{990CC815-2FEE-44C3-B850-3D6AD09B08CE}" type="pres">
      <dgm:prSet presAssocID="{E1AF4287-3AC9-4145-8609-7DC886038A91}" presName="spaceB" presStyleCnt="0"/>
      <dgm:spPr/>
    </dgm:pt>
    <dgm:pt modelId="{0A06D5C8-2999-41C1-82F7-229538D64794}" type="pres">
      <dgm:prSet presAssocID="{3A7E821B-0264-4BEA-8CA2-71FCE3DB3420}" presName="space" presStyleCnt="0"/>
      <dgm:spPr/>
    </dgm:pt>
    <dgm:pt modelId="{1CCD2E0A-DC06-41BD-B837-4E8FB9C7F542}" type="pres">
      <dgm:prSet presAssocID="{6D7432DB-5125-4A21-920C-AFD7964D3E74}" presName="compositeA" presStyleCnt="0"/>
      <dgm:spPr/>
    </dgm:pt>
    <dgm:pt modelId="{2AB8AE6E-72C6-4748-B7A6-5EA6E85B6143}" type="pres">
      <dgm:prSet presAssocID="{6D7432DB-5125-4A21-920C-AFD7964D3E74}" presName="textA" presStyleLbl="revTx" presStyleIdx="2" presStyleCnt="6">
        <dgm:presLayoutVars>
          <dgm:bulletEnabled val="1"/>
        </dgm:presLayoutVars>
      </dgm:prSet>
      <dgm:spPr/>
    </dgm:pt>
    <dgm:pt modelId="{941E498D-9495-4B66-83E2-A5CCD661BA2D}" type="pres">
      <dgm:prSet presAssocID="{6D7432DB-5125-4A21-920C-AFD7964D3E74}" presName="circleA" presStyleLbl="node1" presStyleIdx="2" presStyleCnt="6"/>
      <dgm:spPr/>
    </dgm:pt>
    <dgm:pt modelId="{D81D7073-3491-4CA4-8989-6F650488C085}" type="pres">
      <dgm:prSet presAssocID="{6D7432DB-5125-4A21-920C-AFD7964D3E74}" presName="spaceA" presStyleCnt="0"/>
      <dgm:spPr/>
    </dgm:pt>
    <dgm:pt modelId="{4151244A-C97D-4136-B298-A8FD183A8ECC}" type="pres">
      <dgm:prSet presAssocID="{07BE92DD-F72D-4381-B5A7-1EE6652C6D5F}" presName="space" presStyleCnt="0"/>
      <dgm:spPr/>
    </dgm:pt>
    <dgm:pt modelId="{E60496EC-F263-493D-9115-E5D3358AC651}" type="pres">
      <dgm:prSet presAssocID="{51F2B1DB-1B8E-4C7E-8EF9-8C35942D13AB}" presName="compositeB" presStyleCnt="0"/>
      <dgm:spPr/>
    </dgm:pt>
    <dgm:pt modelId="{C7A8204F-B3E2-43F5-A240-618E2552DACC}" type="pres">
      <dgm:prSet presAssocID="{51F2B1DB-1B8E-4C7E-8EF9-8C35942D13AB}" presName="textB" presStyleLbl="revTx" presStyleIdx="3" presStyleCnt="6">
        <dgm:presLayoutVars>
          <dgm:bulletEnabled val="1"/>
        </dgm:presLayoutVars>
      </dgm:prSet>
      <dgm:spPr/>
    </dgm:pt>
    <dgm:pt modelId="{6D833B1C-80E3-45F8-A63F-9E734B2B3DAE}" type="pres">
      <dgm:prSet presAssocID="{51F2B1DB-1B8E-4C7E-8EF9-8C35942D13AB}" presName="circleB" presStyleLbl="node1" presStyleIdx="3" presStyleCnt="6"/>
      <dgm:spPr/>
    </dgm:pt>
    <dgm:pt modelId="{AFFA3A3E-7B2D-418E-B1D9-78BE3034B265}" type="pres">
      <dgm:prSet presAssocID="{51F2B1DB-1B8E-4C7E-8EF9-8C35942D13AB}" presName="spaceB" presStyleCnt="0"/>
      <dgm:spPr/>
    </dgm:pt>
    <dgm:pt modelId="{A32405EA-C36D-4480-9932-A52BC8AD1FFD}" type="pres">
      <dgm:prSet presAssocID="{13D9633E-0D2F-426D-BCB2-8E3EBA15EAD0}" presName="space" presStyleCnt="0"/>
      <dgm:spPr/>
    </dgm:pt>
    <dgm:pt modelId="{F2116205-4302-46CF-94D8-11F85FA1F549}" type="pres">
      <dgm:prSet presAssocID="{C9C1C9C6-AAAC-447F-A3F5-EACC995981A4}" presName="compositeA" presStyleCnt="0"/>
      <dgm:spPr/>
    </dgm:pt>
    <dgm:pt modelId="{E8D0FDFC-0673-4351-8114-5989A925DDB7}" type="pres">
      <dgm:prSet presAssocID="{C9C1C9C6-AAAC-447F-A3F5-EACC995981A4}" presName="textA" presStyleLbl="revTx" presStyleIdx="4" presStyleCnt="6">
        <dgm:presLayoutVars>
          <dgm:bulletEnabled val="1"/>
        </dgm:presLayoutVars>
      </dgm:prSet>
      <dgm:spPr/>
    </dgm:pt>
    <dgm:pt modelId="{576C5E7E-6B1F-40B0-ABD0-D0574CC7D772}" type="pres">
      <dgm:prSet presAssocID="{C9C1C9C6-AAAC-447F-A3F5-EACC995981A4}" presName="circleA" presStyleLbl="node1" presStyleIdx="4" presStyleCnt="6"/>
      <dgm:spPr/>
    </dgm:pt>
    <dgm:pt modelId="{3CE87DE0-1C07-4AF4-A091-7F9D9799CBDE}" type="pres">
      <dgm:prSet presAssocID="{C9C1C9C6-AAAC-447F-A3F5-EACC995981A4}" presName="spaceA" presStyleCnt="0"/>
      <dgm:spPr/>
    </dgm:pt>
    <dgm:pt modelId="{0F8F2DD7-DFD3-439C-874B-EDAA4C8C4AFB}" type="pres">
      <dgm:prSet presAssocID="{AB3CF288-DDA1-460C-AEDA-8E9878041E30}" presName="space" presStyleCnt="0"/>
      <dgm:spPr/>
    </dgm:pt>
    <dgm:pt modelId="{3DA8A153-9879-4E5D-A337-D5301AADE601}" type="pres">
      <dgm:prSet presAssocID="{3E727AB0-8489-4AAC-9237-F61B177B96AB}" presName="compositeB" presStyleCnt="0"/>
      <dgm:spPr/>
    </dgm:pt>
    <dgm:pt modelId="{0EA82981-58D2-4C3C-A427-55D770BA454E}" type="pres">
      <dgm:prSet presAssocID="{3E727AB0-8489-4AAC-9237-F61B177B96AB}" presName="textB" presStyleLbl="revTx" presStyleIdx="5" presStyleCnt="6">
        <dgm:presLayoutVars>
          <dgm:bulletEnabled val="1"/>
        </dgm:presLayoutVars>
      </dgm:prSet>
      <dgm:spPr/>
    </dgm:pt>
    <dgm:pt modelId="{19C9F439-325E-41E9-9777-5823AE1F192E}" type="pres">
      <dgm:prSet presAssocID="{3E727AB0-8489-4AAC-9237-F61B177B96AB}" presName="circleB" presStyleLbl="node1" presStyleIdx="5" presStyleCnt="6"/>
      <dgm:spPr/>
    </dgm:pt>
    <dgm:pt modelId="{A442382E-4FE3-4124-B529-853D50FA5000}" type="pres">
      <dgm:prSet presAssocID="{3E727AB0-8489-4AAC-9237-F61B177B96AB}" presName="spaceB" presStyleCnt="0"/>
      <dgm:spPr/>
    </dgm:pt>
  </dgm:ptLst>
  <dgm:cxnLst>
    <dgm:cxn modelId="{F542670B-9EF3-4A2E-B754-D40FE2170724}" type="presOf" srcId="{481562C9-877A-4EF3-9F70-C1CDB630DA06}" destId="{12213AC9-B364-4445-83C7-10E65B7DB44E}" srcOrd="0" destOrd="0" presId="urn:microsoft.com/office/officeart/2005/8/layout/hProcess11"/>
    <dgm:cxn modelId="{0F6D9912-BEF2-4354-8084-A07D6325A2DB}" type="presOf" srcId="{6D7432DB-5125-4A21-920C-AFD7964D3E74}" destId="{2AB8AE6E-72C6-4748-B7A6-5EA6E85B6143}" srcOrd="0" destOrd="0" presId="urn:microsoft.com/office/officeart/2005/8/layout/hProcess11"/>
    <dgm:cxn modelId="{8108C121-1663-4B53-9CAF-979F47D5E6E3}" srcId="{758ADA2E-D3CC-4248-813D-F956A59F9020}" destId="{3E727AB0-8489-4AAC-9237-F61B177B96AB}" srcOrd="5" destOrd="0" parTransId="{79049999-A790-4940-8377-988E26249558}" sibTransId="{893B9A03-3F10-4882-B25E-A567E5D4E869}"/>
    <dgm:cxn modelId="{DF580A2C-AECE-469B-ABA4-419641310CFB}" srcId="{758ADA2E-D3CC-4248-813D-F956A59F9020}" destId="{C9C1C9C6-AAAC-447F-A3F5-EACC995981A4}" srcOrd="4" destOrd="0" parTransId="{EEB8A9BA-52B7-4B7B-B81D-66DFD6DCD7EB}" sibTransId="{AB3CF288-DDA1-460C-AEDA-8E9878041E30}"/>
    <dgm:cxn modelId="{58ACFD38-680C-4BEC-BC3B-926372005658}" srcId="{6D7432DB-5125-4A21-920C-AFD7964D3E74}" destId="{73481358-91EE-49FC-8F40-E9AD9FF024A9}" srcOrd="0" destOrd="0" parTransId="{237079D4-052B-4CD6-A437-58F043896221}" sibTransId="{22B15328-A6F3-47A5-9F1D-E1E711699CE2}"/>
    <dgm:cxn modelId="{B77B063F-DADD-4E5A-A3BE-26F886724425}" type="presOf" srcId="{3E727AB0-8489-4AAC-9237-F61B177B96AB}" destId="{0EA82981-58D2-4C3C-A427-55D770BA454E}" srcOrd="0" destOrd="0" presId="urn:microsoft.com/office/officeart/2005/8/layout/hProcess11"/>
    <dgm:cxn modelId="{6B732A3F-1B5C-42C2-B8E1-30769C1DE1F1}" srcId="{51F2B1DB-1B8E-4C7E-8EF9-8C35942D13AB}" destId="{677FDC6D-A3B5-4946-9477-0BCBFCD82BEC}" srcOrd="0" destOrd="0" parTransId="{ADD1811F-C7AC-4401-A0B1-FD120DDABF61}" sibTransId="{BE3BB7CD-78E9-485C-B01E-5991FF55992D}"/>
    <dgm:cxn modelId="{F7320C40-49A2-4111-AE6A-40D686A883F8}" srcId="{758ADA2E-D3CC-4248-813D-F956A59F9020}" destId="{6D7432DB-5125-4A21-920C-AFD7964D3E74}" srcOrd="2" destOrd="0" parTransId="{1396F922-EF18-4225-86E4-5C36DFE4AC9E}" sibTransId="{07BE92DD-F72D-4381-B5A7-1EE6652C6D5F}"/>
    <dgm:cxn modelId="{BCF19144-CF22-48CC-A382-E95125C7738B}" type="presOf" srcId="{E050D788-5DA1-46F1-883A-A7811A394C94}" destId="{E8D0FDFC-0673-4351-8114-5989A925DDB7}" srcOrd="0" destOrd="1" presId="urn:microsoft.com/office/officeart/2005/8/layout/hProcess11"/>
    <dgm:cxn modelId="{F5D28D69-5B4B-429A-8D96-07C2C0D1D554}" type="presOf" srcId="{8EAF2C1B-0323-4539-BDC6-B6CC43C1A479}" destId="{12213AC9-B364-4445-83C7-10E65B7DB44E}" srcOrd="0" destOrd="1" presId="urn:microsoft.com/office/officeart/2005/8/layout/hProcess11"/>
    <dgm:cxn modelId="{988EBA4D-74CF-448B-A4BF-E5363228D16F}" srcId="{481562C9-877A-4EF3-9F70-C1CDB630DA06}" destId="{8EAF2C1B-0323-4539-BDC6-B6CC43C1A479}" srcOrd="0" destOrd="0" parTransId="{0B1FD4D5-8D49-409D-A225-BA63FB7EFDA1}" sibTransId="{AC6AC619-3A50-4FFD-A0B5-A4BDB364B5D7}"/>
    <dgm:cxn modelId="{3D7B7070-AE50-49D2-8460-E4BEE056BE91}" type="presOf" srcId="{C9C1C9C6-AAAC-447F-A3F5-EACC995981A4}" destId="{E8D0FDFC-0673-4351-8114-5989A925DDB7}" srcOrd="0" destOrd="0" presId="urn:microsoft.com/office/officeart/2005/8/layout/hProcess11"/>
    <dgm:cxn modelId="{36F64873-7527-4ED5-80E8-A0CDE42DF8B8}" type="presOf" srcId="{E1AF4287-3AC9-4145-8609-7DC886038A91}" destId="{C87542D9-887B-4720-95CF-B58B01B18DDF}" srcOrd="0" destOrd="0" presId="urn:microsoft.com/office/officeart/2005/8/layout/hProcess11"/>
    <dgm:cxn modelId="{4E4B5F7C-4AF9-4233-9ED3-DC4BB280DAD9}" type="presOf" srcId="{5F0524D0-30D1-4D24-A7AA-36D5DDF1ADAD}" destId="{C87542D9-887B-4720-95CF-B58B01B18DDF}" srcOrd="0" destOrd="1" presId="urn:microsoft.com/office/officeart/2005/8/layout/hProcess11"/>
    <dgm:cxn modelId="{12257090-1774-46E0-98E8-85F0D487D228}" type="presOf" srcId="{73481358-91EE-49FC-8F40-E9AD9FF024A9}" destId="{2AB8AE6E-72C6-4748-B7A6-5EA6E85B6143}" srcOrd="0" destOrd="1" presId="urn:microsoft.com/office/officeart/2005/8/layout/hProcess11"/>
    <dgm:cxn modelId="{E7800F9F-E6D3-496B-8FDC-068E84B05439}" type="presOf" srcId="{677FDC6D-A3B5-4946-9477-0BCBFCD82BEC}" destId="{C7A8204F-B3E2-43F5-A240-618E2552DACC}" srcOrd="0" destOrd="1" presId="urn:microsoft.com/office/officeart/2005/8/layout/hProcess11"/>
    <dgm:cxn modelId="{9EF75AA8-E19E-4CA1-9F63-B0EFFA092D4C}" srcId="{758ADA2E-D3CC-4248-813D-F956A59F9020}" destId="{51F2B1DB-1B8E-4C7E-8EF9-8C35942D13AB}" srcOrd="3" destOrd="0" parTransId="{87C17072-D44B-4538-9459-2BC4692A6CA6}" sibTransId="{13D9633E-0D2F-426D-BCB2-8E3EBA15EAD0}"/>
    <dgm:cxn modelId="{BFCC45AB-BE72-4451-A9C7-B1C5D5FC1288}" type="presOf" srcId="{51F2B1DB-1B8E-4C7E-8EF9-8C35942D13AB}" destId="{C7A8204F-B3E2-43F5-A240-618E2552DACC}" srcOrd="0" destOrd="0" presId="urn:microsoft.com/office/officeart/2005/8/layout/hProcess11"/>
    <dgm:cxn modelId="{1FB9AFAC-C143-47A1-B487-9A7A35F33DC1}" srcId="{E1AF4287-3AC9-4145-8609-7DC886038A91}" destId="{5F0524D0-30D1-4D24-A7AA-36D5DDF1ADAD}" srcOrd="0" destOrd="0" parTransId="{B2DD2A9D-F7DB-4EA8-8A82-F99F1BAC383C}" sibTransId="{BC5F5736-0362-4A2D-BBB9-E65C615ECFF7}"/>
    <dgm:cxn modelId="{F8F19DB7-A5F3-4273-AD09-9A52C0FC602C}" srcId="{3E727AB0-8489-4AAC-9237-F61B177B96AB}" destId="{CAEA9929-0801-4232-B14E-371242EDDDBC}" srcOrd="0" destOrd="0" parTransId="{D7B06DC3-228A-4C33-BC2E-8343FDF1B666}" sibTransId="{98014C4E-9C35-4642-9E75-27087A0A8F94}"/>
    <dgm:cxn modelId="{42FC13CB-1BFF-4475-819B-D2853B21BCD3}" srcId="{758ADA2E-D3CC-4248-813D-F956A59F9020}" destId="{E1AF4287-3AC9-4145-8609-7DC886038A91}" srcOrd="1" destOrd="0" parTransId="{9BC0BA3A-F697-4D1D-A2B3-0C9B277FBDCF}" sibTransId="{3A7E821B-0264-4BEA-8CA2-71FCE3DB3420}"/>
    <dgm:cxn modelId="{B4BB72CC-2DE6-4225-BFDC-66F6FC97E34E}" srcId="{758ADA2E-D3CC-4248-813D-F956A59F9020}" destId="{481562C9-877A-4EF3-9F70-C1CDB630DA06}" srcOrd="0" destOrd="0" parTransId="{684623E7-7B3B-47B5-9FD9-7F664002AFE5}" sibTransId="{8311629C-6384-483B-80D6-380E0E7E3FA6}"/>
    <dgm:cxn modelId="{01239AD0-2C3D-45EF-8F7B-764C882EA5E3}" type="presOf" srcId="{758ADA2E-D3CC-4248-813D-F956A59F9020}" destId="{2D0BB6E4-2E2E-45AB-AB72-375C82467BFA}" srcOrd="0" destOrd="0" presId="urn:microsoft.com/office/officeart/2005/8/layout/hProcess11"/>
    <dgm:cxn modelId="{AAA963DA-5C6C-47F8-BF4F-2E64BA19E1B3}" type="presOf" srcId="{CAEA9929-0801-4232-B14E-371242EDDDBC}" destId="{0EA82981-58D2-4C3C-A427-55D770BA454E}" srcOrd="0" destOrd="1" presId="urn:microsoft.com/office/officeart/2005/8/layout/hProcess11"/>
    <dgm:cxn modelId="{3D1290ED-FF28-4677-99A7-E82A977A0F40}" srcId="{C9C1C9C6-AAAC-447F-A3F5-EACC995981A4}" destId="{E050D788-5DA1-46F1-883A-A7811A394C94}" srcOrd="0" destOrd="0" parTransId="{AE5E0110-9959-4501-83EE-6723C2E094B0}" sibTransId="{BEBFE166-C74F-47F0-8133-BBFF9F4A4CE6}"/>
    <dgm:cxn modelId="{88781AB5-B076-43F9-9C67-A43C3BF3C8C1}" type="presParOf" srcId="{2D0BB6E4-2E2E-45AB-AB72-375C82467BFA}" destId="{02679A1E-AC54-4C6E-B52D-3ABFC994683F}" srcOrd="0" destOrd="0" presId="urn:microsoft.com/office/officeart/2005/8/layout/hProcess11"/>
    <dgm:cxn modelId="{C86C8B30-0884-4175-84E8-9F9A726D9CF4}" type="presParOf" srcId="{2D0BB6E4-2E2E-45AB-AB72-375C82467BFA}" destId="{D4E68533-E54B-4219-88E7-F3552962F59F}" srcOrd="1" destOrd="0" presId="urn:microsoft.com/office/officeart/2005/8/layout/hProcess11"/>
    <dgm:cxn modelId="{407C5720-ECA0-4225-8B2F-3D01F3F345E7}" type="presParOf" srcId="{D4E68533-E54B-4219-88E7-F3552962F59F}" destId="{94CFE812-3B67-413D-B427-CE796060B79C}" srcOrd="0" destOrd="0" presId="urn:microsoft.com/office/officeart/2005/8/layout/hProcess11"/>
    <dgm:cxn modelId="{EE721AEC-C8EF-4E88-907D-F78FDB7D55AC}" type="presParOf" srcId="{94CFE812-3B67-413D-B427-CE796060B79C}" destId="{12213AC9-B364-4445-83C7-10E65B7DB44E}" srcOrd="0" destOrd="0" presId="urn:microsoft.com/office/officeart/2005/8/layout/hProcess11"/>
    <dgm:cxn modelId="{EDF4E1BD-2E26-47CB-8400-E76598CECB81}" type="presParOf" srcId="{94CFE812-3B67-413D-B427-CE796060B79C}" destId="{C2EF0ABA-81C6-448C-B100-E7E31C24CBCF}" srcOrd="1" destOrd="0" presId="urn:microsoft.com/office/officeart/2005/8/layout/hProcess11"/>
    <dgm:cxn modelId="{EB9A71FA-53C5-49F9-B36D-72DC16D5D6A9}" type="presParOf" srcId="{94CFE812-3B67-413D-B427-CE796060B79C}" destId="{37C0A411-7C35-44B4-BCA7-D3A3CB96F3F9}" srcOrd="2" destOrd="0" presId="urn:microsoft.com/office/officeart/2005/8/layout/hProcess11"/>
    <dgm:cxn modelId="{C603ED9C-EC21-4398-9CAD-3EF82F91D111}" type="presParOf" srcId="{D4E68533-E54B-4219-88E7-F3552962F59F}" destId="{51AABCBD-C0E1-40E0-807A-B7F0ADE1D07C}" srcOrd="1" destOrd="0" presId="urn:microsoft.com/office/officeart/2005/8/layout/hProcess11"/>
    <dgm:cxn modelId="{9A121720-4804-44F1-B641-9D1FAB7096F5}" type="presParOf" srcId="{D4E68533-E54B-4219-88E7-F3552962F59F}" destId="{7CF5B59D-68A6-4459-AA01-DB4081FE3BB4}" srcOrd="2" destOrd="0" presId="urn:microsoft.com/office/officeart/2005/8/layout/hProcess11"/>
    <dgm:cxn modelId="{37C9E1F3-C1C1-4F2D-B1C7-48EA48820153}" type="presParOf" srcId="{7CF5B59D-68A6-4459-AA01-DB4081FE3BB4}" destId="{C87542D9-887B-4720-95CF-B58B01B18DDF}" srcOrd="0" destOrd="0" presId="urn:microsoft.com/office/officeart/2005/8/layout/hProcess11"/>
    <dgm:cxn modelId="{5DD39D6C-D7CC-4927-B4BC-5CA26FCE2D92}" type="presParOf" srcId="{7CF5B59D-68A6-4459-AA01-DB4081FE3BB4}" destId="{0F4D0C3D-D556-451E-B463-15497EB4476D}" srcOrd="1" destOrd="0" presId="urn:microsoft.com/office/officeart/2005/8/layout/hProcess11"/>
    <dgm:cxn modelId="{5426EBFE-CD5E-4445-8991-ADA5DF9B14EB}" type="presParOf" srcId="{7CF5B59D-68A6-4459-AA01-DB4081FE3BB4}" destId="{990CC815-2FEE-44C3-B850-3D6AD09B08CE}" srcOrd="2" destOrd="0" presId="urn:microsoft.com/office/officeart/2005/8/layout/hProcess11"/>
    <dgm:cxn modelId="{95208C43-566D-47DF-B1A0-3B225DFDD505}" type="presParOf" srcId="{D4E68533-E54B-4219-88E7-F3552962F59F}" destId="{0A06D5C8-2999-41C1-82F7-229538D64794}" srcOrd="3" destOrd="0" presId="urn:microsoft.com/office/officeart/2005/8/layout/hProcess11"/>
    <dgm:cxn modelId="{07E53840-FD53-463A-924E-F4E636147ECF}" type="presParOf" srcId="{D4E68533-E54B-4219-88E7-F3552962F59F}" destId="{1CCD2E0A-DC06-41BD-B837-4E8FB9C7F542}" srcOrd="4" destOrd="0" presId="urn:microsoft.com/office/officeart/2005/8/layout/hProcess11"/>
    <dgm:cxn modelId="{79553182-81C7-494B-B47F-8AF77BAFD3B4}" type="presParOf" srcId="{1CCD2E0A-DC06-41BD-B837-4E8FB9C7F542}" destId="{2AB8AE6E-72C6-4748-B7A6-5EA6E85B6143}" srcOrd="0" destOrd="0" presId="urn:microsoft.com/office/officeart/2005/8/layout/hProcess11"/>
    <dgm:cxn modelId="{33A57521-A404-43BD-BA9D-7A031A346AF1}" type="presParOf" srcId="{1CCD2E0A-DC06-41BD-B837-4E8FB9C7F542}" destId="{941E498D-9495-4B66-83E2-A5CCD661BA2D}" srcOrd="1" destOrd="0" presId="urn:microsoft.com/office/officeart/2005/8/layout/hProcess11"/>
    <dgm:cxn modelId="{BBDEF638-BF0E-4428-9247-888AE0D00871}" type="presParOf" srcId="{1CCD2E0A-DC06-41BD-B837-4E8FB9C7F542}" destId="{D81D7073-3491-4CA4-8989-6F650488C085}" srcOrd="2" destOrd="0" presId="urn:microsoft.com/office/officeart/2005/8/layout/hProcess11"/>
    <dgm:cxn modelId="{277980B9-623C-464D-9C62-AF9AF3E6FDE5}" type="presParOf" srcId="{D4E68533-E54B-4219-88E7-F3552962F59F}" destId="{4151244A-C97D-4136-B298-A8FD183A8ECC}" srcOrd="5" destOrd="0" presId="urn:microsoft.com/office/officeart/2005/8/layout/hProcess11"/>
    <dgm:cxn modelId="{A5DB1236-1621-4E51-95DC-5CF692EA9CD9}" type="presParOf" srcId="{D4E68533-E54B-4219-88E7-F3552962F59F}" destId="{E60496EC-F263-493D-9115-E5D3358AC651}" srcOrd="6" destOrd="0" presId="urn:microsoft.com/office/officeart/2005/8/layout/hProcess11"/>
    <dgm:cxn modelId="{966F2BBA-DF73-4097-91F2-B1BF8A69DBC2}" type="presParOf" srcId="{E60496EC-F263-493D-9115-E5D3358AC651}" destId="{C7A8204F-B3E2-43F5-A240-618E2552DACC}" srcOrd="0" destOrd="0" presId="urn:microsoft.com/office/officeart/2005/8/layout/hProcess11"/>
    <dgm:cxn modelId="{171287C8-765F-4BF3-B467-81AE6405A036}" type="presParOf" srcId="{E60496EC-F263-493D-9115-E5D3358AC651}" destId="{6D833B1C-80E3-45F8-A63F-9E734B2B3DAE}" srcOrd="1" destOrd="0" presId="urn:microsoft.com/office/officeart/2005/8/layout/hProcess11"/>
    <dgm:cxn modelId="{60781A57-2A21-4D56-A237-8307BE4B62FF}" type="presParOf" srcId="{E60496EC-F263-493D-9115-E5D3358AC651}" destId="{AFFA3A3E-7B2D-418E-B1D9-78BE3034B265}" srcOrd="2" destOrd="0" presId="urn:microsoft.com/office/officeart/2005/8/layout/hProcess11"/>
    <dgm:cxn modelId="{DD2C57AF-9577-405C-9C90-6E836F850EF8}" type="presParOf" srcId="{D4E68533-E54B-4219-88E7-F3552962F59F}" destId="{A32405EA-C36D-4480-9932-A52BC8AD1FFD}" srcOrd="7" destOrd="0" presId="urn:microsoft.com/office/officeart/2005/8/layout/hProcess11"/>
    <dgm:cxn modelId="{84B06112-7B83-4198-9A1A-E31A1A3BEE88}" type="presParOf" srcId="{D4E68533-E54B-4219-88E7-F3552962F59F}" destId="{F2116205-4302-46CF-94D8-11F85FA1F549}" srcOrd="8" destOrd="0" presId="urn:microsoft.com/office/officeart/2005/8/layout/hProcess11"/>
    <dgm:cxn modelId="{352C14DF-6589-4D26-83E2-27EBD6941BDC}" type="presParOf" srcId="{F2116205-4302-46CF-94D8-11F85FA1F549}" destId="{E8D0FDFC-0673-4351-8114-5989A925DDB7}" srcOrd="0" destOrd="0" presId="urn:microsoft.com/office/officeart/2005/8/layout/hProcess11"/>
    <dgm:cxn modelId="{B2CA7F32-F051-4D22-8F44-B81300B74CF3}" type="presParOf" srcId="{F2116205-4302-46CF-94D8-11F85FA1F549}" destId="{576C5E7E-6B1F-40B0-ABD0-D0574CC7D772}" srcOrd="1" destOrd="0" presId="urn:microsoft.com/office/officeart/2005/8/layout/hProcess11"/>
    <dgm:cxn modelId="{F2DDCAA4-5CA1-462F-9EF9-E3446D311A61}" type="presParOf" srcId="{F2116205-4302-46CF-94D8-11F85FA1F549}" destId="{3CE87DE0-1C07-4AF4-A091-7F9D9799CBDE}" srcOrd="2" destOrd="0" presId="urn:microsoft.com/office/officeart/2005/8/layout/hProcess11"/>
    <dgm:cxn modelId="{CFC2C1D7-96A9-43D7-AF8A-041337ABEA0F}" type="presParOf" srcId="{D4E68533-E54B-4219-88E7-F3552962F59F}" destId="{0F8F2DD7-DFD3-439C-874B-EDAA4C8C4AFB}" srcOrd="9" destOrd="0" presId="urn:microsoft.com/office/officeart/2005/8/layout/hProcess11"/>
    <dgm:cxn modelId="{747956FB-348A-4563-995B-2615F02B33C5}" type="presParOf" srcId="{D4E68533-E54B-4219-88E7-F3552962F59F}" destId="{3DA8A153-9879-4E5D-A337-D5301AADE601}" srcOrd="10" destOrd="0" presId="urn:microsoft.com/office/officeart/2005/8/layout/hProcess11"/>
    <dgm:cxn modelId="{625F3D20-341E-4762-BD0E-C7231FE5B667}" type="presParOf" srcId="{3DA8A153-9879-4E5D-A337-D5301AADE601}" destId="{0EA82981-58D2-4C3C-A427-55D770BA454E}" srcOrd="0" destOrd="0" presId="urn:microsoft.com/office/officeart/2005/8/layout/hProcess11"/>
    <dgm:cxn modelId="{5023BA1C-AAA2-4FDF-BCB2-206E6319D87C}" type="presParOf" srcId="{3DA8A153-9879-4E5D-A337-D5301AADE601}" destId="{19C9F439-325E-41E9-9777-5823AE1F192E}" srcOrd="1" destOrd="0" presId="urn:microsoft.com/office/officeart/2005/8/layout/hProcess11"/>
    <dgm:cxn modelId="{E1133244-0D48-41E5-A905-EA2A945DBB8E}" type="presParOf" srcId="{3DA8A153-9879-4E5D-A337-D5301AADE601}" destId="{A442382E-4FE3-4124-B529-853D50FA5000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CA57353-3610-4C05-AE5D-C6CA50AD320F}" type="doc">
      <dgm:prSet loTypeId="urn:microsoft.com/office/officeart/2005/8/layout/radial4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FB1E32F1-B4A0-4010-B8F4-98ACF3D6D886}">
      <dgm:prSet phldrT="[Text]"/>
      <dgm:spPr/>
      <dgm:t>
        <a:bodyPr/>
        <a:lstStyle/>
        <a:p>
          <a:r>
            <a:rPr lang="de-DE" dirty="0"/>
            <a:t>Umfrage</a:t>
          </a:r>
        </a:p>
      </dgm:t>
    </dgm:pt>
    <dgm:pt modelId="{A08795F1-A122-4255-B96D-589600799A6F}" type="parTrans" cxnId="{1DE3B404-5D8A-4100-9BA2-85ECFD607E6A}">
      <dgm:prSet/>
      <dgm:spPr/>
      <dgm:t>
        <a:bodyPr/>
        <a:lstStyle/>
        <a:p>
          <a:endParaRPr lang="de-DE"/>
        </a:p>
      </dgm:t>
    </dgm:pt>
    <dgm:pt modelId="{616392B0-23F6-4F10-A2EF-9D807CE5F4DD}" type="sibTrans" cxnId="{1DE3B404-5D8A-4100-9BA2-85ECFD607E6A}">
      <dgm:prSet/>
      <dgm:spPr/>
      <dgm:t>
        <a:bodyPr/>
        <a:lstStyle/>
        <a:p>
          <a:endParaRPr lang="de-DE"/>
        </a:p>
      </dgm:t>
    </dgm:pt>
    <dgm:pt modelId="{0B1B74D7-44E9-4689-95E1-9FCFE5142F6B}">
      <dgm:prSet phldrT="[Text]"/>
      <dgm:spPr/>
      <dgm:t>
        <a:bodyPr/>
        <a:lstStyle/>
        <a:p>
          <a:r>
            <a:rPr lang="de-DE" dirty="0"/>
            <a:t>Fragen zu Public Displays</a:t>
          </a:r>
        </a:p>
      </dgm:t>
    </dgm:pt>
    <dgm:pt modelId="{D80268D3-314B-4962-9746-3EDAC684C108}" type="parTrans" cxnId="{C0857E2E-85E3-4657-BB04-EA26F016803D}">
      <dgm:prSet/>
      <dgm:spPr/>
      <dgm:t>
        <a:bodyPr/>
        <a:lstStyle/>
        <a:p>
          <a:endParaRPr lang="de-DE"/>
        </a:p>
      </dgm:t>
    </dgm:pt>
    <dgm:pt modelId="{FB41BEE0-6484-4F34-9718-5FCE05A69B2D}" type="sibTrans" cxnId="{C0857E2E-85E3-4657-BB04-EA26F016803D}">
      <dgm:prSet/>
      <dgm:spPr/>
      <dgm:t>
        <a:bodyPr/>
        <a:lstStyle/>
        <a:p>
          <a:endParaRPr lang="de-DE"/>
        </a:p>
      </dgm:t>
    </dgm:pt>
    <dgm:pt modelId="{B44D0ADA-6C3B-47F2-A8ED-15536476F3D2}">
      <dgm:prSet phldrT="[Text]"/>
      <dgm:spPr/>
      <dgm:t>
        <a:bodyPr/>
        <a:lstStyle/>
        <a:p>
          <a:r>
            <a:rPr lang="de-DE" dirty="0"/>
            <a:t>Fragen zu Deepfakes</a:t>
          </a:r>
        </a:p>
      </dgm:t>
    </dgm:pt>
    <dgm:pt modelId="{0FA880CF-0170-4720-B080-2A0554F9D10B}" type="parTrans" cxnId="{30DD8762-66C1-43D9-AA65-2536687C7955}">
      <dgm:prSet/>
      <dgm:spPr/>
      <dgm:t>
        <a:bodyPr/>
        <a:lstStyle/>
        <a:p>
          <a:endParaRPr lang="de-DE"/>
        </a:p>
      </dgm:t>
    </dgm:pt>
    <dgm:pt modelId="{2B29DCAF-DEA1-4994-B0F8-A8912B84BFE6}" type="sibTrans" cxnId="{30DD8762-66C1-43D9-AA65-2536687C7955}">
      <dgm:prSet/>
      <dgm:spPr/>
      <dgm:t>
        <a:bodyPr/>
        <a:lstStyle/>
        <a:p>
          <a:endParaRPr lang="de-DE"/>
        </a:p>
      </dgm:t>
    </dgm:pt>
    <dgm:pt modelId="{2E48BBBA-4CF1-4A4D-AACA-9CA9D74C72B9}">
      <dgm:prSet phldrT="[Text]"/>
      <dgm:spPr/>
      <dgm:t>
        <a:bodyPr/>
        <a:lstStyle/>
        <a:p>
          <a:r>
            <a:rPr lang="de-DE" dirty="0"/>
            <a:t>Fragen zu den Strategien</a:t>
          </a:r>
        </a:p>
      </dgm:t>
    </dgm:pt>
    <dgm:pt modelId="{59313FD5-2F31-4820-8486-A6C63B51B4BF}" type="parTrans" cxnId="{54B8D176-9159-412D-BB40-9459AB8392E1}">
      <dgm:prSet/>
      <dgm:spPr/>
      <dgm:t>
        <a:bodyPr/>
        <a:lstStyle/>
        <a:p>
          <a:endParaRPr lang="de-DE"/>
        </a:p>
      </dgm:t>
    </dgm:pt>
    <dgm:pt modelId="{BA10419A-0A8E-4A88-B971-16ECA5880171}" type="sibTrans" cxnId="{54B8D176-9159-412D-BB40-9459AB8392E1}">
      <dgm:prSet/>
      <dgm:spPr/>
      <dgm:t>
        <a:bodyPr/>
        <a:lstStyle/>
        <a:p>
          <a:endParaRPr lang="de-DE"/>
        </a:p>
      </dgm:t>
    </dgm:pt>
    <dgm:pt modelId="{86A4339B-2D65-4453-958F-FC8F4E6FB9CF}">
      <dgm:prSet phldrT="[Text]"/>
      <dgm:spPr/>
      <dgm:t>
        <a:bodyPr/>
        <a:lstStyle/>
        <a:p>
          <a:r>
            <a:rPr lang="de-DE" dirty="0"/>
            <a:t>Fragen zur Spielerfahrung</a:t>
          </a:r>
        </a:p>
      </dgm:t>
    </dgm:pt>
    <dgm:pt modelId="{5367DB3B-4EE2-49E4-AB53-9EB33F6FF1B8}" type="parTrans" cxnId="{E59F31E3-5474-4C53-9069-AA2C8DC1BF04}">
      <dgm:prSet/>
      <dgm:spPr/>
      <dgm:t>
        <a:bodyPr/>
        <a:lstStyle/>
        <a:p>
          <a:endParaRPr lang="de-DE"/>
        </a:p>
      </dgm:t>
    </dgm:pt>
    <dgm:pt modelId="{92D03FE0-CFA9-4864-A49B-9D644B93C594}" type="sibTrans" cxnId="{E59F31E3-5474-4C53-9069-AA2C8DC1BF04}">
      <dgm:prSet/>
      <dgm:spPr/>
      <dgm:t>
        <a:bodyPr/>
        <a:lstStyle/>
        <a:p>
          <a:endParaRPr lang="de-DE"/>
        </a:p>
      </dgm:t>
    </dgm:pt>
    <dgm:pt modelId="{DB1CCA35-BC83-46E1-ABEE-65CD3189EFDE}" type="pres">
      <dgm:prSet presAssocID="{0CA57353-3610-4C05-AE5D-C6CA50AD320F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D8B32B12-F058-4754-8D0E-8B23F09AFD53}" type="pres">
      <dgm:prSet presAssocID="{FB1E32F1-B4A0-4010-B8F4-98ACF3D6D886}" presName="centerShape" presStyleLbl="node0" presStyleIdx="0" presStyleCnt="1"/>
      <dgm:spPr/>
    </dgm:pt>
    <dgm:pt modelId="{0D678888-BD0D-4F9D-811A-794A9288EF05}" type="pres">
      <dgm:prSet presAssocID="{D80268D3-314B-4962-9746-3EDAC684C108}" presName="parTrans" presStyleLbl="bgSibTrans2D1" presStyleIdx="0" presStyleCnt="4"/>
      <dgm:spPr/>
    </dgm:pt>
    <dgm:pt modelId="{0CB11965-9A21-42FB-9C4A-69B50CA8F9A4}" type="pres">
      <dgm:prSet presAssocID="{0B1B74D7-44E9-4689-95E1-9FCFE5142F6B}" presName="node" presStyleLbl="node1" presStyleIdx="0" presStyleCnt="4">
        <dgm:presLayoutVars>
          <dgm:bulletEnabled val="1"/>
        </dgm:presLayoutVars>
      </dgm:prSet>
      <dgm:spPr/>
    </dgm:pt>
    <dgm:pt modelId="{078FA9E4-7B8A-48EA-8DF9-9D7FBB3ABD02}" type="pres">
      <dgm:prSet presAssocID="{0FA880CF-0170-4720-B080-2A0554F9D10B}" presName="parTrans" presStyleLbl="bgSibTrans2D1" presStyleIdx="1" presStyleCnt="4"/>
      <dgm:spPr/>
    </dgm:pt>
    <dgm:pt modelId="{4EFD5ACF-41DF-4241-B37E-32E15B89FDC7}" type="pres">
      <dgm:prSet presAssocID="{B44D0ADA-6C3B-47F2-A8ED-15536476F3D2}" presName="node" presStyleLbl="node1" presStyleIdx="1" presStyleCnt="4">
        <dgm:presLayoutVars>
          <dgm:bulletEnabled val="1"/>
        </dgm:presLayoutVars>
      </dgm:prSet>
      <dgm:spPr/>
    </dgm:pt>
    <dgm:pt modelId="{66BAF266-DFD3-4F56-9E7B-E3F09CB04121}" type="pres">
      <dgm:prSet presAssocID="{59313FD5-2F31-4820-8486-A6C63B51B4BF}" presName="parTrans" presStyleLbl="bgSibTrans2D1" presStyleIdx="2" presStyleCnt="4"/>
      <dgm:spPr/>
    </dgm:pt>
    <dgm:pt modelId="{A5F087E1-5724-4D4E-BDC6-285B85868518}" type="pres">
      <dgm:prSet presAssocID="{2E48BBBA-4CF1-4A4D-AACA-9CA9D74C72B9}" presName="node" presStyleLbl="node1" presStyleIdx="2" presStyleCnt="4">
        <dgm:presLayoutVars>
          <dgm:bulletEnabled val="1"/>
        </dgm:presLayoutVars>
      </dgm:prSet>
      <dgm:spPr/>
    </dgm:pt>
    <dgm:pt modelId="{35355A7E-7BEB-4434-9080-724A6F22774A}" type="pres">
      <dgm:prSet presAssocID="{5367DB3B-4EE2-49E4-AB53-9EB33F6FF1B8}" presName="parTrans" presStyleLbl="bgSibTrans2D1" presStyleIdx="3" presStyleCnt="4"/>
      <dgm:spPr/>
    </dgm:pt>
    <dgm:pt modelId="{7DEAB95E-9D69-483F-959A-C8264032E688}" type="pres">
      <dgm:prSet presAssocID="{86A4339B-2D65-4453-958F-FC8F4E6FB9CF}" presName="node" presStyleLbl="node1" presStyleIdx="3" presStyleCnt="4">
        <dgm:presLayoutVars>
          <dgm:bulletEnabled val="1"/>
        </dgm:presLayoutVars>
      </dgm:prSet>
      <dgm:spPr/>
    </dgm:pt>
  </dgm:ptLst>
  <dgm:cxnLst>
    <dgm:cxn modelId="{1DE3B404-5D8A-4100-9BA2-85ECFD607E6A}" srcId="{0CA57353-3610-4C05-AE5D-C6CA50AD320F}" destId="{FB1E32F1-B4A0-4010-B8F4-98ACF3D6D886}" srcOrd="0" destOrd="0" parTransId="{A08795F1-A122-4255-B96D-589600799A6F}" sibTransId="{616392B0-23F6-4F10-A2EF-9D807CE5F4DD}"/>
    <dgm:cxn modelId="{F3C7250C-E1C6-41E7-BB18-134A22F39A91}" type="presOf" srcId="{0CA57353-3610-4C05-AE5D-C6CA50AD320F}" destId="{DB1CCA35-BC83-46E1-ABEE-65CD3189EFDE}" srcOrd="0" destOrd="0" presId="urn:microsoft.com/office/officeart/2005/8/layout/radial4"/>
    <dgm:cxn modelId="{BA79F216-3DE3-4741-A796-C72AC4CA8F74}" type="presOf" srcId="{2E48BBBA-4CF1-4A4D-AACA-9CA9D74C72B9}" destId="{A5F087E1-5724-4D4E-BDC6-285B85868518}" srcOrd="0" destOrd="0" presId="urn:microsoft.com/office/officeart/2005/8/layout/radial4"/>
    <dgm:cxn modelId="{C0857E2E-85E3-4657-BB04-EA26F016803D}" srcId="{FB1E32F1-B4A0-4010-B8F4-98ACF3D6D886}" destId="{0B1B74D7-44E9-4689-95E1-9FCFE5142F6B}" srcOrd="0" destOrd="0" parTransId="{D80268D3-314B-4962-9746-3EDAC684C108}" sibTransId="{FB41BEE0-6484-4F34-9718-5FCE05A69B2D}"/>
    <dgm:cxn modelId="{6A512A30-2CC2-4540-932B-C183171422EE}" type="presOf" srcId="{B44D0ADA-6C3B-47F2-A8ED-15536476F3D2}" destId="{4EFD5ACF-41DF-4241-B37E-32E15B89FDC7}" srcOrd="0" destOrd="0" presId="urn:microsoft.com/office/officeart/2005/8/layout/radial4"/>
    <dgm:cxn modelId="{30DD8762-66C1-43D9-AA65-2536687C7955}" srcId="{FB1E32F1-B4A0-4010-B8F4-98ACF3D6D886}" destId="{B44D0ADA-6C3B-47F2-A8ED-15536476F3D2}" srcOrd="1" destOrd="0" parTransId="{0FA880CF-0170-4720-B080-2A0554F9D10B}" sibTransId="{2B29DCAF-DEA1-4994-B0F8-A8912B84BFE6}"/>
    <dgm:cxn modelId="{54B8D176-9159-412D-BB40-9459AB8392E1}" srcId="{FB1E32F1-B4A0-4010-B8F4-98ACF3D6D886}" destId="{2E48BBBA-4CF1-4A4D-AACA-9CA9D74C72B9}" srcOrd="2" destOrd="0" parTransId="{59313FD5-2F31-4820-8486-A6C63B51B4BF}" sibTransId="{BA10419A-0A8E-4A88-B971-16ECA5880171}"/>
    <dgm:cxn modelId="{DB25D97D-0F3F-4F76-97BC-189BD8D33D62}" type="presOf" srcId="{5367DB3B-4EE2-49E4-AB53-9EB33F6FF1B8}" destId="{35355A7E-7BEB-4434-9080-724A6F22774A}" srcOrd="0" destOrd="0" presId="urn:microsoft.com/office/officeart/2005/8/layout/radial4"/>
    <dgm:cxn modelId="{79777088-82C6-4364-97F8-CCA1192DC1B6}" type="presOf" srcId="{86A4339B-2D65-4453-958F-FC8F4E6FB9CF}" destId="{7DEAB95E-9D69-483F-959A-C8264032E688}" srcOrd="0" destOrd="0" presId="urn:microsoft.com/office/officeart/2005/8/layout/radial4"/>
    <dgm:cxn modelId="{EEBCD7AC-3BFC-45BC-B7D4-3B43B19C4FA5}" type="presOf" srcId="{0FA880CF-0170-4720-B080-2A0554F9D10B}" destId="{078FA9E4-7B8A-48EA-8DF9-9D7FBB3ABD02}" srcOrd="0" destOrd="0" presId="urn:microsoft.com/office/officeart/2005/8/layout/radial4"/>
    <dgm:cxn modelId="{48E776B6-A606-4A78-9818-8F0E59CCB3A2}" type="presOf" srcId="{FB1E32F1-B4A0-4010-B8F4-98ACF3D6D886}" destId="{D8B32B12-F058-4754-8D0E-8B23F09AFD53}" srcOrd="0" destOrd="0" presId="urn:microsoft.com/office/officeart/2005/8/layout/radial4"/>
    <dgm:cxn modelId="{B6229CC4-6768-4CCD-8E2D-4CF0209DA1C4}" type="presOf" srcId="{0B1B74D7-44E9-4689-95E1-9FCFE5142F6B}" destId="{0CB11965-9A21-42FB-9C4A-69B50CA8F9A4}" srcOrd="0" destOrd="0" presId="urn:microsoft.com/office/officeart/2005/8/layout/radial4"/>
    <dgm:cxn modelId="{152168CC-B769-4FB3-A1DB-93A03AB54285}" type="presOf" srcId="{D80268D3-314B-4962-9746-3EDAC684C108}" destId="{0D678888-BD0D-4F9D-811A-794A9288EF05}" srcOrd="0" destOrd="0" presId="urn:microsoft.com/office/officeart/2005/8/layout/radial4"/>
    <dgm:cxn modelId="{E59F31E3-5474-4C53-9069-AA2C8DC1BF04}" srcId="{FB1E32F1-B4A0-4010-B8F4-98ACF3D6D886}" destId="{86A4339B-2D65-4453-958F-FC8F4E6FB9CF}" srcOrd="3" destOrd="0" parTransId="{5367DB3B-4EE2-49E4-AB53-9EB33F6FF1B8}" sibTransId="{92D03FE0-CFA9-4864-A49B-9D644B93C594}"/>
    <dgm:cxn modelId="{89AF62F9-2CB9-45AB-B6F5-EE77411E7570}" type="presOf" srcId="{59313FD5-2F31-4820-8486-A6C63B51B4BF}" destId="{66BAF266-DFD3-4F56-9E7B-E3F09CB04121}" srcOrd="0" destOrd="0" presId="urn:microsoft.com/office/officeart/2005/8/layout/radial4"/>
    <dgm:cxn modelId="{8A55356C-1753-4B74-AE25-26C03631C4BF}" type="presParOf" srcId="{DB1CCA35-BC83-46E1-ABEE-65CD3189EFDE}" destId="{D8B32B12-F058-4754-8D0E-8B23F09AFD53}" srcOrd="0" destOrd="0" presId="urn:microsoft.com/office/officeart/2005/8/layout/radial4"/>
    <dgm:cxn modelId="{59ACC6AF-32C6-4AE1-BDAE-BC67FAA21662}" type="presParOf" srcId="{DB1CCA35-BC83-46E1-ABEE-65CD3189EFDE}" destId="{0D678888-BD0D-4F9D-811A-794A9288EF05}" srcOrd="1" destOrd="0" presId="urn:microsoft.com/office/officeart/2005/8/layout/radial4"/>
    <dgm:cxn modelId="{DE8CF822-A374-4035-BC5D-BB61A631D7BD}" type="presParOf" srcId="{DB1CCA35-BC83-46E1-ABEE-65CD3189EFDE}" destId="{0CB11965-9A21-42FB-9C4A-69B50CA8F9A4}" srcOrd="2" destOrd="0" presId="urn:microsoft.com/office/officeart/2005/8/layout/radial4"/>
    <dgm:cxn modelId="{A2A853EF-E803-403B-A7F4-CA2E65C9CD75}" type="presParOf" srcId="{DB1CCA35-BC83-46E1-ABEE-65CD3189EFDE}" destId="{078FA9E4-7B8A-48EA-8DF9-9D7FBB3ABD02}" srcOrd="3" destOrd="0" presId="urn:microsoft.com/office/officeart/2005/8/layout/radial4"/>
    <dgm:cxn modelId="{F5AA5B13-9E19-4648-B0AF-EDA915081000}" type="presParOf" srcId="{DB1CCA35-BC83-46E1-ABEE-65CD3189EFDE}" destId="{4EFD5ACF-41DF-4241-B37E-32E15B89FDC7}" srcOrd="4" destOrd="0" presId="urn:microsoft.com/office/officeart/2005/8/layout/radial4"/>
    <dgm:cxn modelId="{FFFF7150-F8E5-4E84-AF93-B25FA5EC701F}" type="presParOf" srcId="{DB1CCA35-BC83-46E1-ABEE-65CD3189EFDE}" destId="{66BAF266-DFD3-4F56-9E7B-E3F09CB04121}" srcOrd="5" destOrd="0" presId="urn:microsoft.com/office/officeart/2005/8/layout/radial4"/>
    <dgm:cxn modelId="{0816F017-ECE9-49F4-ADD5-7F07BA0AC701}" type="presParOf" srcId="{DB1CCA35-BC83-46E1-ABEE-65CD3189EFDE}" destId="{A5F087E1-5724-4D4E-BDC6-285B85868518}" srcOrd="6" destOrd="0" presId="urn:microsoft.com/office/officeart/2005/8/layout/radial4"/>
    <dgm:cxn modelId="{5D924E30-7F50-4557-A61A-5BB8AAF935B1}" type="presParOf" srcId="{DB1CCA35-BC83-46E1-ABEE-65CD3189EFDE}" destId="{35355A7E-7BEB-4434-9080-724A6F22774A}" srcOrd="7" destOrd="0" presId="urn:microsoft.com/office/officeart/2005/8/layout/radial4"/>
    <dgm:cxn modelId="{23939366-69D6-4FCC-B38F-E66E84D04584}" type="presParOf" srcId="{DB1CCA35-BC83-46E1-ABEE-65CD3189EFDE}" destId="{7DEAB95E-9D69-483F-959A-C8264032E688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2FA59C5-107F-4634-BB37-BF25EAB4F7E6}" type="doc">
      <dgm:prSet loTypeId="urn:microsoft.com/office/officeart/2005/8/layout/radial4" loCatId="relationship" qsTypeId="urn:microsoft.com/office/officeart/2005/8/quickstyle/simple1" qsCatId="simple" csTypeId="urn:microsoft.com/office/officeart/2005/8/colors/accent4_2" csCatId="accent4" phldr="1"/>
      <dgm:spPr/>
      <dgm:t>
        <a:bodyPr/>
        <a:lstStyle/>
        <a:p>
          <a:endParaRPr lang="de-DE"/>
        </a:p>
      </dgm:t>
    </dgm:pt>
    <dgm:pt modelId="{F25B292A-34EC-4C43-B267-757EC88801C0}">
      <dgm:prSet phldrT="[Text]"/>
      <dgm:spPr/>
      <dgm:t>
        <a:bodyPr/>
        <a:lstStyle/>
        <a:p>
          <a:r>
            <a:rPr lang="de-DE" dirty="0"/>
            <a:t>Spieldaten</a:t>
          </a:r>
        </a:p>
      </dgm:t>
    </dgm:pt>
    <dgm:pt modelId="{CCD2FC96-C7E3-4E52-A4D1-8C22AB8D6D0E}" type="parTrans" cxnId="{6FA63224-0545-47A0-A53C-84546F2A2B99}">
      <dgm:prSet/>
      <dgm:spPr/>
      <dgm:t>
        <a:bodyPr/>
        <a:lstStyle/>
        <a:p>
          <a:endParaRPr lang="de-DE"/>
        </a:p>
      </dgm:t>
    </dgm:pt>
    <dgm:pt modelId="{74E9D9A1-6BEB-46C8-84E4-EB8143585F7B}" type="sibTrans" cxnId="{6FA63224-0545-47A0-A53C-84546F2A2B99}">
      <dgm:prSet/>
      <dgm:spPr/>
      <dgm:t>
        <a:bodyPr/>
        <a:lstStyle/>
        <a:p>
          <a:endParaRPr lang="de-DE"/>
        </a:p>
      </dgm:t>
    </dgm:pt>
    <dgm:pt modelId="{F0356604-B419-4B18-9E31-CC6B4EE17073}">
      <dgm:prSet phldrT="[Text]"/>
      <dgm:spPr/>
      <dgm:t>
        <a:bodyPr/>
        <a:lstStyle/>
        <a:p>
          <a:r>
            <a:rPr lang="de-DE" dirty="0"/>
            <a:t>Anzahl richtiger Entscheidungen</a:t>
          </a:r>
        </a:p>
      </dgm:t>
    </dgm:pt>
    <dgm:pt modelId="{5F50EB4D-59CD-4570-9CD9-4C7720157D3B}" type="parTrans" cxnId="{DC9121AE-54F4-41E0-B324-66B5AB288261}">
      <dgm:prSet/>
      <dgm:spPr/>
      <dgm:t>
        <a:bodyPr/>
        <a:lstStyle/>
        <a:p>
          <a:endParaRPr lang="de-DE"/>
        </a:p>
      </dgm:t>
    </dgm:pt>
    <dgm:pt modelId="{CDF763B5-4A68-4CE7-93AA-17BAA61EF6EB}" type="sibTrans" cxnId="{DC9121AE-54F4-41E0-B324-66B5AB288261}">
      <dgm:prSet/>
      <dgm:spPr/>
      <dgm:t>
        <a:bodyPr/>
        <a:lstStyle/>
        <a:p>
          <a:endParaRPr lang="de-DE"/>
        </a:p>
      </dgm:t>
    </dgm:pt>
    <dgm:pt modelId="{73CEFE27-8945-4163-ABD1-93D7ABBDAF2C}">
      <dgm:prSet phldrT="[Text]"/>
      <dgm:spPr/>
      <dgm:t>
        <a:bodyPr/>
        <a:lstStyle/>
        <a:p>
          <a:r>
            <a:rPr lang="de-DE" dirty="0"/>
            <a:t>Zeitstempel erstes und letzes Spiel</a:t>
          </a:r>
        </a:p>
      </dgm:t>
    </dgm:pt>
    <dgm:pt modelId="{4FAAE233-48C0-470F-9B7A-ACAB2D1C0F83}" type="parTrans" cxnId="{226A333E-6350-47A2-B69D-A703FEAC3E40}">
      <dgm:prSet/>
      <dgm:spPr/>
      <dgm:t>
        <a:bodyPr/>
        <a:lstStyle/>
        <a:p>
          <a:endParaRPr lang="de-DE"/>
        </a:p>
      </dgm:t>
    </dgm:pt>
    <dgm:pt modelId="{83EF1D2B-C054-40E6-AD73-7B5B6592D19A}" type="sibTrans" cxnId="{226A333E-6350-47A2-B69D-A703FEAC3E40}">
      <dgm:prSet/>
      <dgm:spPr/>
      <dgm:t>
        <a:bodyPr/>
        <a:lstStyle/>
        <a:p>
          <a:endParaRPr lang="de-DE"/>
        </a:p>
      </dgm:t>
    </dgm:pt>
    <dgm:pt modelId="{7EAE4499-E71C-4E80-A867-6D8A05022907}">
      <dgm:prSet phldrT="[Text]"/>
      <dgm:spPr/>
      <dgm:t>
        <a:bodyPr/>
        <a:lstStyle/>
        <a:p>
          <a:r>
            <a:rPr lang="de-DE" dirty="0"/>
            <a:t>Confidence Rating</a:t>
          </a:r>
        </a:p>
      </dgm:t>
    </dgm:pt>
    <dgm:pt modelId="{B0D0CD66-BE71-450B-BD75-8A29EF0085C0}" type="parTrans" cxnId="{FB92FC37-F66C-4117-B9B7-6E19331E24A6}">
      <dgm:prSet/>
      <dgm:spPr/>
      <dgm:t>
        <a:bodyPr/>
        <a:lstStyle/>
        <a:p>
          <a:endParaRPr lang="de-DE"/>
        </a:p>
      </dgm:t>
    </dgm:pt>
    <dgm:pt modelId="{689E07D6-5F4F-4923-9340-A2D2C19EA1F7}" type="sibTrans" cxnId="{FB92FC37-F66C-4117-B9B7-6E19331E24A6}">
      <dgm:prSet/>
      <dgm:spPr/>
      <dgm:t>
        <a:bodyPr/>
        <a:lstStyle/>
        <a:p>
          <a:endParaRPr lang="de-DE"/>
        </a:p>
      </dgm:t>
    </dgm:pt>
    <dgm:pt modelId="{2A0C15F8-6C19-4CCF-99DB-871C4C2719B6}">
      <dgm:prSet phldrT="[Text]"/>
      <dgm:spPr/>
      <dgm:t>
        <a:bodyPr/>
        <a:lstStyle/>
        <a:p>
          <a:r>
            <a:rPr lang="de-DE" dirty="0"/>
            <a:t>Session ID</a:t>
          </a:r>
        </a:p>
      </dgm:t>
    </dgm:pt>
    <dgm:pt modelId="{AE28C42D-7862-4BDA-AB84-4C351A205E62}" type="parTrans" cxnId="{5C9C5D74-1802-4957-8B6C-3DB50BE831F6}">
      <dgm:prSet/>
      <dgm:spPr/>
      <dgm:t>
        <a:bodyPr/>
        <a:lstStyle/>
        <a:p>
          <a:endParaRPr lang="de-DE"/>
        </a:p>
      </dgm:t>
    </dgm:pt>
    <dgm:pt modelId="{8A6ADBF6-4635-4E2D-927B-B2301BC0155B}" type="sibTrans" cxnId="{5C9C5D74-1802-4957-8B6C-3DB50BE831F6}">
      <dgm:prSet/>
      <dgm:spPr/>
      <dgm:t>
        <a:bodyPr/>
        <a:lstStyle/>
        <a:p>
          <a:endParaRPr lang="de-DE"/>
        </a:p>
      </dgm:t>
    </dgm:pt>
    <dgm:pt modelId="{1D6B2686-16D9-455C-9D38-C05A6A0AC561}">
      <dgm:prSet phldrT="[Text]"/>
      <dgm:spPr/>
      <dgm:t>
        <a:bodyPr/>
        <a:lstStyle/>
        <a:p>
          <a:r>
            <a:rPr lang="de-DE" dirty="0"/>
            <a:t>Anzahl gespielter Spiele</a:t>
          </a:r>
        </a:p>
      </dgm:t>
    </dgm:pt>
    <dgm:pt modelId="{47EF0F09-79FA-4619-8B81-F03EE39BBF23}" type="parTrans" cxnId="{B928C299-E38D-4055-9519-18EFA6A90778}">
      <dgm:prSet/>
      <dgm:spPr/>
      <dgm:t>
        <a:bodyPr/>
        <a:lstStyle/>
        <a:p>
          <a:endParaRPr lang="de-DE"/>
        </a:p>
      </dgm:t>
    </dgm:pt>
    <dgm:pt modelId="{C99D4859-386A-4AE6-8FED-7144B5E99DF7}" type="sibTrans" cxnId="{B928C299-E38D-4055-9519-18EFA6A90778}">
      <dgm:prSet/>
      <dgm:spPr/>
      <dgm:t>
        <a:bodyPr/>
        <a:lstStyle/>
        <a:p>
          <a:endParaRPr lang="de-DE"/>
        </a:p>
      </dgm:t>
    </dgm:pt>
    <dgm:pt modelId="{5F87C8A0-D94D-477F-9914-5F2D66BDED51}">
      <dgm:prSet phldrT="[Text]"/>
      <dgm:spPr/>
      <dgm:t>
        <a:bodyPr/>
        <a:lstStyle/>
        <a:p>
          <a:r>
            <a:rPr lang="de-DE" dirty="0"/>
            <a:t>Wie oft hat sich der Spieler eingeloggt?</a:t>
          </a:r>
        </a:p>
      </dgm:t>
    </dgm:pt>
    <dgm:pt modelId="{BC44DA71-F7E7-4787-BCB4-9838AAABD40B}" type="parTrans" cxnId="{A8A7D6A9-B7DD-43AA-B023-5AE5D749B3EF}">
      <dgm:prSet/>
      <dgm:spPr/>
      <dgm:t>
        <a:bodyPr/>
        <a:lstStyle/>
        <a:p>
          <a:endParaRPr lang="de-DE"/>
        </a:p>
      </dgm:t>
    </dgm:pt>
    <dgm:pt modelId="{5E376AB5-B987-449A-A879-7EA6CA7F5838}" type="sibTrans" cxnId="{A8A7D6A9-B7DD-43AA-B023-5AE5D749B3EF}">
      <dgm:prSet/>
      <dgm:spPr/>
      <dgm:t>
        <a:bodyPr/>
        <a:lstStyle/>
        <a:p>
          <a:endParaRPr lang="de-DE"/>
        </a:p>
      </dgm:t>
    </dgm:pt>
    <dgm:pt modelId="{57CC0B36-F79B-4398-A62D-3DC7DAB255EB}" type="pres">
      <dgm:prSet presAssocID="{D2FA59C5-107F-4634-BB37-BF25EAB4F7E6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5646396-F5C9-41E6-8DCC-5CC8D10BA896}" type="pres">
      <dgm:prSet presAssocID="{F25B292A-34EC-4C43-B267-757EC88801C0}" presName="centerShape" presStyleLbl="node0" presStyleIdx="0" presStyleCnt="1"/>
      <dgm:spPr/>
    </dgm:pt>
    <dgm:pt modelId="{D02673A2-3152-4C30-9E73-CDE07027FF63}" type="pres">
      <dgm:prSet presAssocID="{AE28C42D-7862-4BDA-AB84-4C351A205E62}" presName="parTrans" presStyleLbl="bgSibTrans2D1" presStyleIdx="0" presStyleCnt="6"/>
      <dgm:spPr/>
    </dgm:pt>
    <dgm:pt modelId="{2692C779-CB2E-4D45-9665-3E3B905A3933}" type="pres">
      <dgm:prSet presAssocID="{2A0C15F8-6C19-4CCF-99DB-871C4C2719B6}" presName="node" presStyleLbl="node1" presStyleIdx="0" presStyleCnt="6">
        <dgm:presLayoutVars>
          <dgm:bulletEnabled val="1"/>
        </dgm:presLayoutVars>
      </dgm:prSet>
      <dgm:spPr/>
    </dgm:pt>
    <dgm:pt modelId="{274C34A1-534B-4C6E-B737-BB99173F9BF3}" type="pres">
      <dgm:prSet presAssocID="{47EF0F09-79FA-4619-8B81-F03EE39BBF23}" presName="parTrans" presStyleLbl="bgSibTrans2D1" presStyleIdx="1" presStyleCnt="6"/>
      <dgm:spPr/>
    </dgm:pt>
    <dgm:pt modelId="{1CFD8822-A2E3-403A-B90C-B53E49903680}" type="pres">
      <dgm:prSet presAssocID="{1D6B2686-16D9-455C-9D38-C05A6A0AC561}" presName="node" presStyleLbl="node1" presStyleIdx="1" presStyleCnt="6">
        <dgm:presLayoutVars>
          <dgm:bulletEnabled val="1"/>
        </dgm:presLayoutVars>
      </dgm:prSet>
      <dgm:spPr/>
    </dgm:pt>
    <dgm:pt modelId="{1A466BD8-CA48-45E2-9BFE-AEDA6BE620C5}" type="pres">
      <dgm:prSet presAssocID="{5F50EB4D-59CD-4570-9CD9-4C7720157D3B}" presName="parTrans" presStyleLbl="bgSibTrans2D1" presStyleIdx="2" presStyleCnt="6"/>
      <dgm:spPr/>
    </dgm:pt>
    <dgm:pt modelId="{2504DA7C-8BFC-4276-8288-15F88ED60E31}" type="pres">
      <dgm:prSet presAssocID="{F0356604-B419-4B18-9E31-CC6B4EE17073}" presName="node" presStyleLbl="node1" presStyleIdx="2" presStyleCnt="6">
        <dgm:presLayoutVars>
          <dgm:bulletEnabled val="1"/>
        </dgm:presLayoutVars>
      </dgm:prSet>
      <dgm:spPr/>
    </dgm:pt>
    <dgm:pt modelId="{23739AF7-A95F-48ED-B26E-368514A072A9}" type="pres">
      <dgm:prSet presAssocID="{4FAAE233-48C0-470F-9B7A-ACAB2D1C0F83}" presName="parTrans" presStyleLbl="bgSibTrans2D1" presStyleIdx="3" presStyleCnt="6"/>
      <dgm:spPr/>
    </dgm:pt>
    <dgm:pt modelId="{E25F1919-F52A-47FE-9092-3124AABEA1F2}" type="pres">
      <dgm:prSet presAssocID="{73CEFE27-8945-4163-ABD1-93D7ABBDAF2C}" presName="node" presStyleLbl="node1" presStyleIdx="3" presStyleCnt="6">
        <dgm:presLayoutVars>
          <dgm:bulletEnabled val="1"/>
        </dgm:presLayoutVars>
      </dgm:prSet>
      <dgm:spPr/>
    </dgm:pt>
    <dgm:pt modelId="{38FCF236-0F0A-43C0-B96D-D3F1BC097720}" type="pres">
      <dgm:prSet presAssocID="{B0D0CD66-BE71-450B-BD75-8A29EF0085C0}" presName="parTrans" presStyleLbl="bgSibTrans2D1" presStyleIdx="4" presStyleCnt="6"/>
      <dgm:spPr/>
    </dgm:pt>
    <dgm:pt modelId="{C246F2FB-9C10-4C3B-B62F-1BD0BDEEECE2}" type="pres">
      <dgm:prSet presAssocID="{7EAE4499-E71C-4E80-A867-6D8A05022907}" presName="node" presStyleLbl="node1" presStyleIdx="4" presStyleCnt="6">
        <dgm:presLayoutVars>
          <dgm:bulletEnabled val="1"/>
        </dgm:presLayoutVars>
      </dgm:prSet>
      <dgm:spPr/>
    </dgm:pt>
    <dgm:pt modelId="{13A39324-95E2-460D-A769-37DB332D3E3F}" type="pres">
      <dgm:prSet presAssocID="{BC44DA71-F7E7-4787-BCB4-9838AAABD40B}" presName="parTrans" presStyleLbl="bgSibTrans2D1" presStyleIdx="5" presStyleCnt="6"/>
      <dgm:spPr/>
    </dgm:pt>
    <dgm:pt modelId="{E489C517-C927-4F61-880B-AE40B1202883}" type="pres">
      <dgm:prSet presAssocID="{5F87C8A0-D94D-477F-9914-5F2D66BDED51}" presName="node" presStyleLbl="node1" presStyleIdx="5" presStyleCnt="6">
        <dgm:presLayoutVars>
          <dgm:bulletEnabled val="1"/>
        </dgm:presLayoutVars>
      </dgm:prSet>
      <dgm:spPr/>
    </dgm:pt>
  </dgm:ptLst>
  <dgm:cxnLst>
    <dgm:cxn modelId="{643EE119-697A-4CA7-9EC8-5749292B0925}" type="presOf" srcId="{7EAE4499-E71C-4E80-A867-6D8A05022907}" destId="{C246F2FB-9C10-4C3B-B62F-1BD0BDEEECE2}" srcOrd="0" destOrd="0" presId="urn:microsoft.com/office/officeart/2005/8/layout/radial4"/>
    <dgm:cxn modelId="{6FA63224-0545-47A0-A53C-84546F2A2B99}" srcId="{D2FA59C5-107F-4634-BB37-BF25EAB4F7E6}" destId="{F25B292A-34EC-4C43-B267-757EC88801C0}" srcOrd="0" destOrd="0" parTransId="{CCD2FC96-C7E3-4E52-A4D1-8C22AB8D6D0E}" sibTransId="{74E9D9A1-6BEB-46C8-84E4-EB8143585F7B}"/>
    <dgm:cxn modelId="{D67D4731-ECED-41A6-A9F9-3E8129EBA8D4}" type="presOf" srcId="{5F87C8A0-D94D-477F-9914-5F2D66BDED51}" destId="{E489C517-C927-4F61-880B-AE40B1202883}" srcOrd="0" destOrd="0" presId="urn:microsoft.com/office/officeart/2005/8/layout/radial4"/>
    <dgm:cxn modelId="{FB92FC37-F66C-4117-B9B7-6E19331E24A6}" srcId="{F25B292A-34EC-4C43-B267-757EC88801C0}" destId="{7EAE4499-E71C-4E80-A867-6D8A05022907}" srcOrd="4" destOrd="0" parTransId="{B0D0CD66-BE71-450B-BD75-8A29EF0085C0}" sibTransId="{689E07D6-5F4F-4923-9340-A2D2C19EA1F7}"/>
    <dgm:cxn modelId="{226A333E-6350-47A2-B69D-A703FEAC3E40}" srcId="{F25B292A-34EC-4C43-B267-757EC88801C0}" destId="{73CEFE27-8945-4163-ABD1-93D7ABBDAF2C}" srcOrd="3" destOrd="0" parTransId="{4FAAE233-48C0-470F-9B7A-ACAB2D1C0F83}" sibTransId="{83EF1D2B-C054-40E6-AD73-7B5B6592D19A}"/>
    <dgm:cxn modelId="{F800585B-DD69-4AA7-B210-F072D0A0AB06}" type="presOf" srcId="{BC44DA71-F7E7-4787-BCB4-9838AAABD40B}" destId="{13A39324-95E2-460D-A769-37DB332D3E3F}" srcOrd="0" destOrd="0" presId="urn:microsoft.com/office/officeart/2005/8/layout/radial4"/>
    <dgm:cxn modelId="{193F3641-E8DE-4A5A-822C-ACC293D30D55}" type="presOf" srcId="{D2FA59C5-107F-4634-BB37-BF25EAB4F7E6}" destId="{57CC0B36-F79B-4398-A62D-3DC7DAB255EB}" srcOrd="0" destOrd="0" presId="urn:microsoft.com/office/officeart/2005/8/layout/radial4"/>
    <dgm:cxn modelId="{0273B467-17B9-4ABF-B168-4B3BBF947434}" type="presOf" srcId="{2A0C15F8-6C19-4CCF-99DB-871C4C2719B6}" destId="{2692C779-CB2E-4D45-9665-3E3B905A3933}" srcOrd="0" destOrd="0" presId="urn:microsoft.com/office/officeart/2005/8/layout/radial4"/>
    <dgm:cxn modelId="{5F6A4A4B-5294-4701-924C-EFF54184E146}" type="presOf" srcId="{4FAAE233-48C0-470F-9B7A-ACAB2D1C0F83}" destId="{23739AF7-A95F-48ED-B26E-368514A072A9}" srcOrd="0" destOrd="0" presId="urn:microsoft.com/office/officeart/2005/8/layout/radial4"/>
    <dgm:cxn modelId="{1C714E50-696C-432C-AB3C-36FB474B93E1}" type="presOf" srcId="{F25B292A-34EC-4C43-B267-757EC88801C0}" destId="{95646396-F5C9-41E6-8DCC-5CC8D10BA896}" srcOrd="0" destOrd="0" presId="urn:microsoft.com/office/officeart/2005/8/layout/radial4"/>
    <dgm:cxn modelId="{5C9C5D74-1802-4957-8B6C-3DB50BE831F6}" srcId="{F25B292A-34EC-4C43-B267-757EC88801C0}" destId="{2A0C15F8-6C19-4CCF-99DB-871C4C2719B6}" srcOrd="0" destOrd="0" parTransId="{AE28C42D-7862-4BDA-AB84-4C351A205E62}" sibTransId="{8A6ADBF6-4635-4E2D-927B-B2301BC0155B}"/>
    <dgm:cxn modelId="{2C168B86-79CC-4B3D-89BE-9683F1DF533A}" type="presOf" srcId="{73CEFE27-8945-4163-ABD1-93D7ABBDAF2C}" destId="{E25F1919-F52A-47FE-9092-3124AABEA1F2}" srcOrd="0" destOrd="0" presId="urn:microsoft.com/office/officeart/2005/8/layout/radial4"/>
    <dgm:cxn modelId="{196D9792-C4FD-4077-BE7C-56465BF6FC46}" type="presOf" srcId="{1D6B2686-16D9-455C-9D38-C05A6A0AC561}" destId="{1CFD8822-A2E3-403A-B90C-B53E49903680}" srcOrd="0" destOrd="0" presId="urn:microsoft.com/office/officeart/2005/8/layout/radial4"/>
    <dgm:cxn modelId="{B928C299-E38D-4055-9519-18EFA6A90778}" srcId="{F25B292A-34EC-4C43-B267-757EC88801C0}" destId="{1D6B2686-16D9-455C-9D38-C05A6A0AC561}" srcOrd="1" destOrd="0" parTransId="{47EF0F09-79FA-4619-8B81-F03EE39BBF23}" sibTransId="{C99D4859-386A-4AE6-8FED-7144B5E99DF7}"/>
    <dgm:cxn modelId="{5047FC9C-2DF3-4EB5-9845-441E077D170C}" type="presOf" srcId="{B0D0CD66-BE71-450B-BD75-8A29EF0085C0}" destId="{38FCF236-0F0A-43C0-B96D-D3F1BC097720}" srcOrd="0" destOrd="0" presId="urn:microsoft.com/office/officeart/2005/8/layout/radial4"/>
    <dgm:cxn modelId="{A8A7D6A9-B7DD-43AA-B023-5AE5D749B3EF}" srcId="{F25B292A-34EC-4C43-B267-757EC88801C0}" destId="{5F87C8A0-D94D-477F-9914-5F2D66BDED51}" srcOrd="5" destOrd="0" parTransId="{BC44DA71-F7E7-4787-BCB4-9838AAABD40B}" sibTransId="{5E376AB5-B987-449A-A879-7EA6CA7F5838}"/>
    <dgm:cxn modelId="{DC9121AE-54F4-41E0-B324-66B5AB288261}" srcId="{F25B292A-34EC-4C43-B267-757EC88801C0}" destId="{F0356604-B419-4B18-9E31-CC6B4EE17073}" srcOrd="2" destOrd="0" parTransId="{5F50EB4D-59CD-4570-9CD9-4C7720157D3B}" sibTransId="{CDF763B5-4A68-4CE7-93AA-17BAA61EF6EB}"/>
    <dgm:cxn modelId="{2E2265CE-7E17-427F-9599-9652469716EA}" type="presOf" srcId="{F0356604-B419-4B18-9E31-CC6B4EE17073}" destId="{2504DA7C-8BFC-4276-8288-15F88ED60E31}" srcOrd="0" destOrd="0" presId="urn:microsoft.com/office/officeart/2005/8/layout/radial4"/>
    <dgm:cxn modelId="{18130DDD-867E-4D04-93DB-4226DB3632FC}" type="presOf" srcId="{5F50EB4D-59CD-4570-9CD9-4C7720157D3B}" destId="{1A466BD8-CA48-45E2-9BFE-AEDA6BE620C5}" srcOrd="0" destOrd="0" presId="urn:microsoft.com/office/officeart/2005/8/layout/radial4"/>
    <dgm:cxn modelId="{D9C533DE-DD3D-44BE-9C35-962A20D1269A}" type="presOf" srcId="{AE28C42D-7862-4BDA-AB84-4C351A205E62}" destId="{D02673A2-3152-4C30-9E73-CDE07027FF63}" srcOrd="0" destOrd="0" presId="urn:microsoft.com/office/officeart/2005/8/layout/radial4"/>
    <dgm:cxn modelId="{F86BA3E0-CBC7-43CA-89DC-1E315B9BDA49}" type="presOf" srcId="{47EF0F09-79FA-4619-8B81-F03EE39BBF23}" destId="{274C34A1-534B-4C6E-B737-BB99173F9BF3}" srcOrd="0" destOrd="0" presId="urn:microsoft.com/office/officeart/2005/8/layout/radial4"/>
    <dgm:cxn modelId="{12C09167-3BA1-48F1-B923-555420FBD63B}" type="presParOf" srcId="{57CC0B36-F79B-4398-A62D-3DC7DAB255EB}" destId="{95646396-F5C9-41E6-8DCC-5CC8D10BA896}" srcOrd="0" destOrd="0" presId="urn:microsoft.com/office/officeart/2005/8/layout/radial4"/>
    <dgm:cxn modelId="{407A1DCF-B793-4B5B-AD4D-3ACE76E334E2}" type="presParOf" srcId="{57CC0B36-F79B-4398-A62D-3DC7DAB255EB}" destId="{D02673A2-3152-4C30-9E73-CDE07027FF63}" srcOrd="1" destOrd="0" presId="urn:microsoft.com/office/officeart/2005/8/layout/radial4"/>
    <dgm:cxn modelId="{9DF4276D-2B33-4FEF-84FC-57389CBC21E6}" type="presParOf" srcId="{57CC0B36-F79B-4398-A62D-3DC7DAB255EB}" destId="{2692C779-CB2E-4D45-9665-3E3B905A3933}" srcOrd="2" destOrd="0" presId="urn:microsoft.com/office/officeart/2005/8/layout/radial4"/>
    <dgm:cxn modelId="{89DC9C35-EBEB-40E8-AE92-F744753F1B65}" type="presParOf" srcId="{57CC0B36-F79B-4398-A62D-3DC7DAB255EB}" destId="{274C34A1-534B-4C6E-B737-BB99173F9BF3}" srcOrd="3" destOrd="0" presId="urn:microsoft.com/office/officeart/2005/8/layout/radial4"/>
    <dgm:cxn modelId="{E64CB587-D5A1-44F0-B0AE-2593B735CAAC}" type="presParOf" srcId="{57CC0B36-F79B-4398-A62D-3DC7DAB255EB}" destId="{1CFD8822-A2E3-403A-B90C-B53E49903680}" srcOrd="4" destOrd="0" presId="urn:microsoft.com/office/officeart/2005/8/layout/radial4"/>
    <dgm:cxn modelId="{6C917DF1-6B32-4B26-A1F6-F6150D28B639}" type="presParOf" srcId="{57CC0B36-F79B-4398-A62D-3DC7DAB255EB}" destId="{1A466BD8-CA48-45E2-9BFE-AEDA6BE620C5}" srcOrd="5" destOrd="0" presId="urn:microsoft.com/office/officeart/2005/8/layout/radial4"/>
    <dgm:cxn modelId="{6A51AEAE-C054-417D-8D07-B77EC75222A7}" type="presParOf" srcId="{57CC0B36-F79B-4398-A62D-3DC7DAB255EB}" destId="{2504DA7C-8BFC-4276-8288-15F88ED60E31}" srcOrd="6" destOrd="0" presId="urn:microsoft.com/office/officeart/2005/8/layout/radial4"/>
    <dgm:cxn modelId="{D7E9B198-07EC-4562-A4AD-50D739947204}" type="presParOf" srcId="{57CC0B36-F79B-4398-A62D-3DC7DAB255EB}" destId="{23739AF7-A95F-48ED-B26E-368514A072A9}" srcOrd="7" destOrd="0" presId="urn:microsoft.com/office/officeart/2005/8/layout/radial4"/>
    <dgm:cxn modelId="{E174E66C-BA08-4CDF-89FC-93A85B0A1F63}" type="presParOf" srcId="{57CC0B36-F79B-4398-A62D-3DC7DAB255EB}" destId="{E25F1919-F52A-47FE-9092-3124AABEA1F2}" srcOrd="8" destOrd="0" presId="urn:microsoft.com/office/officeart/2005/8/layout/radial4"/>
    <dgm:cxn modelId="{8661AF6D-390C-4984-95D8-61AE252CBE09}" type="presParOf" srcId="{57CC0B36-F79B-4398-A62D-3DC7DAB255EB}" destId="{38FCF236-0F0A-43C0-B96D-D3F1BC097720}" srcOrd="9" destOrd="0" presId="urn:microsoft.com/office/officeart/2005/8/layout/radial4"/>
    <dgm:cxn modelId="{70FE94FA-AF55-4831-8C2E-D798DF7C88B0}" type="presParOf" srcId="{57CC0B36-F79B-4398-A62D-3DC7DAB255EB}" destId="{C246F2FB-9C10-4C3B-B62F-1BD0BDEEECE2}" srcOrd="10" destOrd="0" presId="urn:microsoft.com/office/officeart/2005/8/layout/radial4"/>
    <dgm:cxn modelId="{7D6449D4-B674-4F6D-888F-B8B66511BCC9}" type="presParOf" srcId="{57CC0B36-F79B-4398-A62D-3DC7DAB255EB}" destId="{13A39324-95E2-460D-A769-37DB332D3E3F}" srcOrd="11" destOrd="0" presId="urn:microsoft.com/office/officeart/2005/8/layout/radial4"/>
    <dgm:cxn modelId="{A358E5A4-7846-4229-910E-8C6F8EBEB59E}" type="presParOf" srcId="{57CC0B36-F79B-4398-A62D-3DC7DAB255EB}" destId="{E489C517-C927-4F61-880B-AE40B1202883}" srcOrd="12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26AD022-82E4-40F1-ACDE-AC501AD9473C}" type="doc">
      <dgm:prSet loTypeId="urn:microsoft.com/office/officeart/2005/8/layout/cycle6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8B56F16B-9BA0-4558-A33E-B03EFDE854E6}">
      <dgm:prSet phldrT="[Text]"/>
      <dgm:spPr/>
      <dgm:t>
        <a:bodyPr/>
        <a:lstStyle/>
        <a:p>
          <a:r>
            <a:rPr lang="de-DE" dirty="0"/>
            <a:t>Gamification</a:t>
          </a:r>
        </a:p>
      </dgm:t>
    </dgm:pt>
    <dgm:pt modelId="{2C83FB4D-903D-41A3-812F-25B795E85CBD}" type="parTrans" cxnId="{39E86422-CFA8-4855-B92D-BE2825552D70}">
      <dgm:prSet/>
      <dgm:spPr/>
      <dgm:t>
        <a:bodyPr/>
        <a:lstStyle/>
        <a:p>
          <a:endParaRPr lang="de-DE"/>
        </a:p>
      </dgm:t>
    </dgm:pt>
    <dgm:pt modelId="{4DE867DC-AD69-467D-B760-3237032A2F86}" type="sibTrans" cxnId="{39E86422-CFA8-4855-B92D-BE2825552D70}">
      <dgm:prSet/>
      <dgm:spPr/>
      <dgm:t>
        <a:bodyPr/>
        <a:lstStyle/>
        <a:p>
          <a:endParaRPr lang="de-DE"/>
        </a:p>
      </dgm:t>
    </dgm:pt>
    <dgm:pt modelId="{89BA3390-6C18-4978-9329-D1F92134624A}">
      <dgm:prSet phldrT="[Text]"/>
      <dgm:spPr/>
      <dgm:t>
        <a:bodyPr/>
        <a:lstStyle/>
        <a:p>
          <a:r>
            <a:rPr lang="de-DE" dirty="0"/>
            <a:t>Strategien</a:t>
          </a:r>
        </a:p>
      </dgm:t>
    </dgm:pt>
    <dgm:pt modelId="{A0D8FABD-36F0-4B55-8B37-C32DC4014ABD}" type="parTrans" cxnId="{51DD2653-523E-4C58-B848-1B483F16F969}">
      <dgm:prSet/>
      <dgm:spPr/>
      <dgm:t>
        <a:bodyPr/>
        <a:lstStyle/>
        <a:p>
          <a:endParaRPr lang="de-DE"/>
        </a:p>
      </dgm:t>
    </dgm:pt>
    <dgm:pt modelId="{694AB1DE-B532-42D1-B0BE-4C27A151AEC7}" type="sibTrans" cxnId="{51DD2653-523E-4C58-B848-1B483F16F969}">
      <dgm:prSet/>
      <dgm:spPr/>
      <dgm:t>
        <a:bodyPr/>
        <a:lstStyle/>
        <a:p>
          <a:endParaRPr lang="de-DE"/>
        </a:p>
      </dgm:t>
    </dgm:pt>
    <dgm:pt modelId="{51F4B551-2E65-49EB-B982-85CCC680FDBB}">
      <dgm:prSet phldrT="[Text]"/>
      <dgm:spPr/>
      <dgm:t>
        <a:bodyPr/>
        <a:lstStyle/>
        <a:p>
          <a:r>
            <a:rPr lang="de-DE" dirty="0"/>
            <a:t>Public Displays</a:t>
          </a:r>
        </a:p>
      </dgm:t>
    </dgm:pt>
    <dgm:pt modelId="{DFD4C61B-AD59-4914-95DC-980F92A01E0E}" type="parTrans" cxnId="{3085A12D-E860-4F33-A6BF-AC5D6C6CB191}">
      <dgm:prSet/>
      <dgm:spPr/>
      <dgm:t>
        <a:bodyPr/>
        <a:lstStyle/>
        <a:p>
          <a:endParaRPr lang="de-DE"/>
        </a:p>
      </dgm:t>
    </dgm:pt>
    <dgm:pt modelId="{8E618CD7-0A17-45C4-AE14-AB69BF3C7339}" type="sibTrans" cxnId="{3085A12D-E860-4F33-A6BF-AC5D6C6CB191}">
      <dgm:prSet/>
      <dgm:spPr/>
      <dgm:t>
        <a:bodyPr/>
        <a:lstStyle/>
        <a:p>
          <a:endParaRPr lang="de-DE"/>
        </a:p>
      </dgm:t>
    </dgm:pt>
    <dgm:pt modelId="{69A0F2BB-5816-41AA-9A9E-A1C9C5295C38}" type="pres">
      <dgm:prSet presAssocID="{826AD022-82E4-40F1-ACDE-AC501AD9473C}" presName="cycle" presStyleCnt="0">
        <dgm:presLayoutVars>
          <dgm:dir/>
          <dgm:resizeHandles val="exact"/>
        </dgm:presLayoutVars>
      </dgm:prSet>
      <dgm:spPr/>
    </dgm:pt>
    <dgm:pt modelId="{B24E5F45-4BBB-4E3E-8AD0-28D7A57CC47A}" type="pres">
      <dgm:prSet presAssocID="{8B56F16B-9BA0-4558-A33E-B03EFDE854E6}" presName="node" presStyleLbl="node1" presStyleIdx="0" presStyleCnt="3">
        <dgm:presLayoutVars>
          <dgm:bulletEnabled val="1"/>
        </dgm:presLayoutVars>
      </dgm:prSet>
      <dgm:spPr>
        <a:prstGeom prst="ellipse">
          <a:avLst/>
        </a:prstGeom>
      </dgm:spPr>
    </dgm:pt>
    <dgm:pt modelId="{AD020F8B-B683-4D5A-980F-6874281DF6A8}" type="pres">
      <dgm:prSet presAssocID="{8B56F16B-9BA0-4558-A33E-B03EFDE854E6}" presName="spNode" presStyleCnt="0"/>
      <dgm:spPr/>
    </dgm:pt>
    <dgm:pt modelId="{1502D388-C212-4E82-B695-9B6502ACA783}" type="pres">
      <dgm:prSet presAssocID="{4DE867DC-AD69-467D-B760-3237032A2F86}" presName="sibTrans" presStyleLbl="sibTrans1D1" presStyleIdx="0" presStyleCnt="3"/>
      <dgm:spPr/>
    </dgm:pt>
    <dgm:pt modelId="{BBC328EB-1F4E-413C-87D8-2E649B061C89}" type="pres">
      <dgm:prSet presAssocID="{89BA3390-6C18-4978-9329-D1F92134624A}" presName="node" presStyleLbl="node1" presStyleIdx="1" presStyleCnt="3">
        <dgm:presLayoutVars>
          <dgm:bulletEnabled val="1"/>
        </dgm:presLayoutVars>
      </dgm:prSet>
      <dgm:spPr>
        <a:prstGeom prst="ellipse">
          <a:avLst/>
        </a:prstGeom>
      </dgm:spPr>
    </dgm:pt>
    <dgm:pt modelId="{2224D89B-0B6B-4A88-8D0F-8AAF51CDB5F8}" type="pres">
      <dgm:prSet presAssocID="{89BA3390-6C18-4978-9329-D1F92134624A}" presName="spNode" presStyleCnt="0"/>
      <dgm:spPr/>
    </dgm:pt>
    <dgm:pt modelId="{02C5AFC5-607C-433A-84AB-4460D29D7C4E}" type="pres">
      <dgm:prSet presAssocID="{694AB1DE-B532-42D1-B0BE-4C27A151AEC7}" presName="sibTrans" presStyleLbl="sibTrans1D1" presStyleIdx="1" presStyleCnt="3"/>
      <dgm:spPr/>
    </dgm:pt>
    <dgm:pt modelId="{573D519C-D590-44A8-95B0-B29CEA0F7ED0}" type="pres">
      <dgm:prSet presAssocID="{51F4B551-2E65-49EB-B982-85CCC680FDBB}" presName="node" presStyleLbl="node1" presStyleIdx="2" presStyleCnt="3">
        <dgm:presLayoutVars>
          <dgm:bulletEnabled val="1"/>
        </dgm:presLayoutVars>
      </dgm:prSet>
      <dgm:spPr>
        <a:prstGeom prst="ellipse">
          <a:avLst/>
        </a:prstGeom>
      </dgm:spPr>
    </dgm:pt>
    <dgm:pt modelId="{5F59884F-D753-472B-BAAA-23F4558FA844}" type="pres">
      <dgm:prSet presAssocID="{51F4B551-2E65-49EB-B982-85CCC680FDBB}" presName="spNode" presStyleCnt="0"/>
      <dgm:spPr/>
    </dgm:pt>
    <dgm:pt modelId="{9C8CBA4B-3F6E-40E6-A48C-F2E5836DEE23}" type="pres">
      <dgm:prSet presAssocID="{8E618CD7-0A17-45C4-AE14-AB69BF3C7339}" presName="sibTrans" presStyleLbl="sibTrans1D1" presStyleIdx="2" presStyleCnt="3"/>
      <dgm:spPr/>
    </dgm:pt>
  </dgm:ptLst>
  <dgm:cxnLst>
    <dgm:cxn modelId="{C19C1F1A-D867-4697-9BB7-1D9A704CD759}" type="presOf" srcId="{826AD022-82E4-40F1-ACDE-AC501AD9473C}" destId="{69A0F2BB-5816-41AA-9A9E-A1C9C5295C38}" srcOrd="0" destOrd="0" presId="urn:microsoft.com/office/officeart/2005/8/layout/cycle6"/>
    <dgm:cxn modelId="{39E86422-CFA8-4855-B92D-BE2825552D70}" srcId="{826AD022-82E4-40F1-ACDE-AC501AD9473C}" destId="{8B56F16B-9BA0-4558-A33E-B03EFDE854E6}" srcOrd="0" destOrd="0" parTransId="{2C83FB4D-903D-41A3-812F-25B795E85CBD}" sibTransId="{4DE867DC-AD69-467D-B760-3237032A2F86}"/>
    <dgm:cxn modelId="{05BF6729-3285-47F5-9D1B-4B66DCAB3820}" type="presOf" srcId="{51F4B551-2E65-49EB-B982-85CCC680FDBB}" destId="{573D519C-D590-44A8-95B0-B29CEA0F7ED0}" srcOrd="0" destOrd="0" presId="urn:microsoft.com/office/officeart/2005/8/layout/cycle6"/>
    <dgm:cxn modelId="{3085A12D-E860-4F33-A6BF-AC5D6C6CB191}" srcId="{826AD022-82E4-40F1-ACDE-AC501AD9473C}" destId="{51F4B551-2E65-49EB-B982-85CCC680FDBB}" srcOrd="2" destOrd="0" parTransId="{DFD4C61B-AD59-4914-95DC-980F92A01E0E}" sibTransId="{8E618CD7-0A17-45C4-AE14-AB69BF3C7339}"/>
    <dgm:cxn modelId="{DCD52360-A7D4-4CEE-88B1-1AD420CE1139}" type="presOf" srcId="{8B56F16B-9BA0-4558-A33E-B03EFDE854E6}" destId="{B24E5F45-4BBB-4E3E-8AD0-28D7A57CC47A}" srcOrd="0" destOrd="0" presId="urn:microsoft.com/office/officeart/2005/8/layout/cycle6"/>
    <dgm:cxn modelId="{BABF1864-2D4E-49BA-A317-177E17160E86}" type="presOf" srcId="{4DE867DC-AD69-467D-B760-3237032A2F86}" destId="{1502D388-C212-4E82-B695-9B6502ACA783}" srcOrd="0" destOrd="0" presId="urn:microsoft.com/office/officeart/2005/8/layout/cycle6"/>
    <dgm:cxn modelId="{FB8FF951-C576-4823-8B27-65CA91CDE4C9}" type="presOf" srcId="{694AB1DE-B532-42D1-B0BE-4C27A151AEC7}" destId="{02C5AFC5-607C-433A-84AB-4460D29D7C4E}" srcOrd="0" destOrd="0" presId="urn:microsoft.com/office/officeart/2005/8/layout/cycle6"/>
    <dgm:cxn modelId="{51DD2653-523E-4C58-B848-1B483F16F969}" srcId="{826AD022-82E4-40F1-ACDE-AC501AD9473C}" destId="{89BA3390-6C18-4978-9329-D1F92134624A}" srcOrd="1" destOrd="0" parTransId="{A0D8FABD-36F0-4B55-8B37-C32DC4014ABD}" sibTransId="{694AB1DE-B532-42D1-B0BE-4C27A151AEC7}"/>
    <dgm:cxn modelId="{3CF8BD86-610D-4044-8F24-A86B39E4D649}" type="presOf" srcId="{8E618CD7-0A17-45C4-AE14-AB69BF3C7339}" destId="{9C8CBA4B-3F6E-40E6-A48C-F2E5836DEE23}" srcOrd="0" destOrd="0" presId="urn:microsoft.com/office/officeart/2005/8/layout/cycle6"/>
    <dgm:cxn modelId="{CACA3FA2-4EC4-47DD-A14D-1741F8DB334D}" type="presOf" srcId="{89BA3390-6C18-4978-9329-D1F92134624A}" destId="{BBC328EB-1F4E-413C-87D8-2E649B061C89}" srcOrd="0" destOrd="0" presId="urn:microsoft.com/office/officeart/2005/8/layout/cycle6"/>
    <dgm:cxn modelId="{45CD6F28-A6D2-4DCD-96DF-E5F44753E5D5}" type="presParOf" srcId="{69A0F2BB-5816-41AA-9A9E-A1C9C5295C38}" destId="{B24E5F45-4BBB-4E3E-8AD0-28D7A57CC47A}" srcOrd="0" destOrd="0" presId="urn:microsoft.com/office/officeart/2005/8/layout/cycle6"/>
    <dgm:cxn modelId="{CEA14584-5BA1-436E-B636-F40BDA1E7EAD}" type="presParOf" srcId="{69A0F2BB-5816-41AA-9A9E-A1C9C5295C38}" destId="{AD020F8B-B683-4D5A-980F-6874281DF6A8}" srcOrd="1" destOrd="0" presId="urn:microsoft.com/office/officeart/2005/8/layout/cycle6"/>
    <dgm:cxn modelId="{9B4887D8-F0A8-4140-98A7-741849D91E68}" type="presParOf" srcId="{69A0F2BB-5816-41AA-9A9E-A1C9C5295C38}" destId="{1502D388-C212-4E82-B695-9B6502ACA783}" srcOrd="2" destOrd="0" presId="urn:microsoft.com/office/officeart/2005/8/layout/cycle6"/>
    <dgm:cxn modelId="{85C427EC-82E4-4ACA-BFF3-7D1FB8DEAD98}" type="presParOf" srcId="{69A0F2BB-5816-41AA-9A9E-A1C9C5295C38}" destId="{BBC328EB-1F4E-413C-87D8-2E649B061C89}" srcOrd="3" destOrd="0" presId="urn:microsoft.com/office/officeart/2005/8/layout/cycle6"/>
    <dgm:cxn modelId="{8D0B3FF1-2ED6-4C94-9E81-1BF25095DABE}" type="presParOf" srcId="{69A0F2BB-5816-41AA-9A9E-A1C9C5295C38}" destId="{2224D89B-0B6B-4A88-8D0F-8AAF51CDB5F8}" srcOrd="4" destOrd="0" presId="urn:microsoft.com/office/officeart/2005/8/layout/cycle6"/>
    <dgm:cxn modelId="{75B7C678-56CE-4079-AE43-60CDDDE71C13}" type="presParOf" srcId="{69A0F2BB-5816-41AA-9A9E-A1C9C5295C38}" destId="{02C5AFC5-607C-433A-84AB-4460D29D7C4E}" srcOrd="5" destOrd="0" presId="urn:microsoft.com/office/officeart/2005/8/layout/cycle6"/>
    <dgm:cxn modelId="{B134968F-3D8E-43ED-8103-FAB863EFC371}" type="presParOf" srcId="{69A0F2BB-5816-41AA-9A9E-A1C9C5295C38}" destId="{573D519C-D590-44A8-95B0-B29CEA0F7ED0}" srcOrd="6" destOrd="0" presId="urn:microsoft.com/office/officeart/2005/8/layout/cycle6"/>
    <dgm:cxn modelId="{BDC1FE31-1B13-48C1-9814-32CCE8AEF88B}" type="presParOf" srcId="{69A0F2BB-5816-41AA-9A9E-A1C9C5295C38}" destId="{5F59884F-D753-472B-BAAA-23F4558FA844}" srcOrd="7" destOrd="0" presId="urn:microsoft.com/office/officeart/2005/8/layout/cycle6"/>
    <dgm:cxn modelId="{1CCA0029-9D9E-45B5-9695-63F56C4F6974}" type="presParOf" srcId="{69A0F2BB-5816-41AA-9A9E-A1C9C5295C38}" destId="{9C8CBA4B-3F6E-40E6-A48C-F2E5836DEE23}" srcOrd="8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9C5C48-9A1F-431F-A465-9184CCBE538F}">
      <dsp:nvSpPr>
        <dsp:cNvPr id="0" name=""/>
        <dsp:cNvSpPr/>
      </dsp:nvSpPr>
      <dsp:spPr>
        <a:xfrm>
          <a:off x="3496017" y="2070"/>
          <a:ext cx="1534126" cy="9971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Deepfakes</a:t>
          </a:r>
        </a:p>
      </dsp:txBody>
      <dsp:txXfrm>
        <a:off x="3544695" y="50748"/>
        <a:ext cx="1436770" cy="899826"/>
      </dsp:txXfrm>
    </dsp:sp>
    <dsp:sp modelId="{7845EA7F-3B77-4118-A2C9-F5A138A0E9DF}">
      <dsp:nvSpPr>
        <dsp:cNvPr id="0" name=""/>
        <dsp:cNvSpPr/>
      </dsp:nvSpPr>
      <dsp:spPr>
        <a:xfrm>
          <a:off x="2615726" y="500662"/>
          <a:ext cx="3294708" cy="3294708"/>
        </a:xfrm>
        <a:custGeom>
          <a:avLst/>
          <a:gdLst/>
          <a:ahLst/>
          <a:cxnLst/>
          <a:rect l="0" t="0" r="0" b="0"/>
          <a:pathLst>
            <a:path>
              <a:moveTo>
                <a:pt x="2425466" y="195349"/>
              </a:moveTo>
              <a:arcTo wR="1647354" hR="1647354" stAng="17891180" swAng="262566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C3C6FD-0FA7-48D4-B876-6C2FD553416C}">
      <dsp:nvSpPr>
        <dsp:cNvPr id="0" name=""/>
        <dsp:cNvSpPr/>
      </dsp:nvSpPr>
      <dsp:spPr>
        <a:xfrm>
          <a:off x="5143372" y="1649425"/>
          <a:ext cx="1534126" cy="9971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Automatisierte Deepfake Erkennung</a:t>
          </a:r>
        </a:p>
      </dsp:txBody>
      <dsp:txXfrm>
        <a:off x="5192050" y="1698103"/>
        <a:ext cx="1436770" cy="899826"/>
      </dsp:txXfrm>
    </dsp:sp>
    <dsp:sp modelId="{B39CF825-4446-4050-A540-1F4934D9F6CB}">
      <dsp:nvSpPr>
        <dsp:cNvPr id="0" name=""/>
        <dsp:cNvSpPr/>
      </dsp:nvSpPr>
      <dsp:spPr>
        <a:xfrm>
          <a:off x="2615726" y="500662"/>
          <a:ext cx="3294708" cy="3294708"/>
        </a:xfrm>
        <a:custGeom>
          <a:avLst/>
          <a:gdLst/>
          <a:ahLst/>
          <a:cxnLst/>
          <a:rect l="0" t="0" r="0" b="0"/>
          <a:pathLst>
            <a:path>
              <a:moveTo>
                <a:pt x="3213613" y="2157854"/>
              </a:moveTo>
              <a:arcTo wR="1647354" hR="1647354" stAng="1083159" swAng="262566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C5537ED-93AF-47E2-934D-F61A4FE3E492}">
      <dsp:nvSpPr>
        <dsp:cNvPr id="0" name=""/>
        <dsp:cNvSpPr/>
      </dsp:nvSpPr>
      <dsp:spPr>
        <a:xfrm>
          <a:off x="3496017" y="3296779"/>
          <a:ext cx="1534126" cy="9971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Public Displays</a:t>
          </a:r>
        </a:p>
      </dsp:txBody>
      <dsp:txXfrm>
        <a:off x="3544695" y="3345457"/>
        <a:ext cx="1436770" cy="899826"/>
      </dsp:txXfrm>
    </dsp:sp>
    <dsp:sp modelId="{FB8B65A0-830C-4BB7-B16A-05A6D02D6AB3}">
      <dsp:nvSpPr>
        <dsp:cNvPr id="0" name=""/>
        <dsp:cNvSpPr/>
      </dsp:nvSpPr>
      <dsp:spPr>
        <a:xfrm>
          <a:off x="2615726" y="500662"/>
          <a:ext cx="3294708" cy="3294708"/>
        </a:xfrm>
        <a:custGeom>
          <a:avLst/>
          <a:gdLst/>
          <a:ahLst/>
          <a:cxnLst/>
          <a:rect l="0" t="0" r="0" b="0"/>
          <a:pathLst>
            <a:path>
              <a:moveTo>
                <a:pt x="869242" y="3099359"/>
              </a:moveTo>
              <a:arcTo wR="1647354" hR="1647354" stAng="7091180" swAng="262566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2075D54-B150-46A5-B860-C036AB1AB53A}">
      <dsp:nvSpPr>
        <dsp:cNvPr id="0" name=""/>
        <dsp:cNvSpPr/>
      </dsp:nvSpPr>
      <dsp:spPr>
        <a:xfrm>
          <a:off x="1848663" y="1649425"/>
          <a:ext cx="1534126" cy="99718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Deepfake Erzeugung</a:t>
          </a:r>
        </a:p>
      </dsp:txBody>
      <dsp:txXfrm>
        <a:off x="1897341" y="1698103"/>
        <a:ext cx="1436770" cy="899826"/>
      </dsp:txXfrm>
    </dsp:sp>
    <dsp:sp modelId="{1FDE4425-049B-41C7-AF9F-EA29B12C6BF5}">
      <dsp:nvSpPr>
        <dsp:cNvPr id="0" name=""/>
        <dsp:cNvSpPr/>
      </dsp:nvSpPr>
      <dsp:spPr>
        <a:xfrm>
          <a:off x="2615726" y="500662"/>
          <a:ext cx="3294708" cy="3294708"/>
        </a:xfrm>
        <a:custGeom>
          <a:avLst/>
          <a:gdLst/>
          <a:ahLst/>
          <a:cxnLst/>
          <a:rect l="0" t="0" r="0" b="0"/>
          <a:pathLst>
            <a:path>
              <a:moveTo>
                <a:pt x="81095" y="1136854"/>
              </a:moveTo>
              <a:arcTo wR="1647354" hR="1647354" stAng="11883159" swAng="262566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B4F3896-89AA-4915-B70E-64A22852A0B0}">
      <dsp:nvSpPr>
        <dsp:cNvPr id="0" name=""/>
        <dsp:cNvSpPr/>
      </dsp:nvSpPr>
      <dsp:spPr>
        <a:xfrm>
          <a:off x="141647" y="1124"/>
          <a:ext cx="2710419" cy="162625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Deepfake Detection Wettbewerbe</a:t>
          </a:r>
        </a:p>
      </dsp:txBody>
      <dsp:txXfrm>
        <a:off x="538579" y="239283"/>
        <a:ext cx="1916555" cy="1149933"/>
      </dsp:txXfrm>
    </dsp:sp>
    <dsp:sp modelId="{9E46E4DC-A43E-4A87-B047-0B05E0666E60}">
      <dsp:nvSpPr>
        <dsp:cNvPr id="0" name=""/>
        <dsp:cNvSpPr/>
      </dsp:nvSpPr>
      <dsp:spPr>
        <a:xfrm>
          <a:off x="3123109" y="1124"/>
          <a:ext cx="2710419" cy="162625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Menschliche Deepfake Erkennung</a:t>
          </a:r>
        </a:p>
      </dsp:txBody>
      <dsp:txXfrm>
        <a:off x="3520041" y="239283"/>
        <a:ext cx="1916555" cy="1149933"/>
      </dsp:txXfrm>
    </dsp:sp>
    <dsp:sp modelId="{1129E4D1-9FE4-4807-AAD3-F9CC0313719A}">
      <dsp:nvSpPr>
        <dsp:cNvPr id="0" name=""/>
        <dsp:cNvSpPr/>
      </dsp:nvSpPr>
      <dsp:spPr>
        <a:xfrm>
          <a:off x="1632378" y="1898417"/>
          <a:ext cx="2710419" cy="1626251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900" kern="1200" dirty="0"/>
            <a:t>Bildungsansätze</a:t>
          </a:r>
        </a:p>
      </dsp:txBody>
      <dsp:txXfrm>
        <a:off x="2029310" y="2136576"/>
        <a:ext cx="1916555" cy="114993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32002B-92B7-4576-826B-198678FF157A}">
      <dsp:nvSpPr>
        <dsp:cNvPr id="0" name=""/>
        <dsp:cNvSpPr/>
      </dsp:nvSpPr>
      <dsp:spPr>
        <a:xfrm>
          <a:off x="1950134" y="2113212"/>
          <a:ext cx="1357531" cy="14033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2700" kern="1200" dirty="0"/>
            <a:t>Diese Arbeit</a:t>
          </a:r>
        </a:p>
      </dsp:txBody>
      <dsp:txXfrm>
        <a:off x="2148940" y="2318721"/>
        <a:ext cx="959919" cy="992282"/>
      </dsp:txXfrm>
    </dsp:sp>
    <dsp:sp modelId="{FEF073DB-8AFF-4BC2-BB14-8E5D7E6136D0}">
      <dsp:nvSpPr>
        <dsp:cNvPr id="0" name=""/>
        <dsp:cNvSpPr/>
      </dsp:nvSpPr>
      <dsp:spPr>
        <a:xfrm rot="12900000">
          <a:off x="662054" y="1715000"/>
          <a:ext cx="1467607" cy="472955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39ABB0-C4CB-4C4A-8C08-8E30B8D19F10}">
      <dsp:nvSpPr>
        <dsp:cNvPr id="0" name=""/>
        <dsp:cNvSpPr/>
      </dsp:nvSpPr>
      <dsp:spPr>
        <a:xfrm>
          <a:off x="6502" y="899977"/>
          <a:ext cx="1576518" cy="12612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Technische Erkennung</a:t>
          </a:r>
        </a:p>
      </dsp:txBody>
      <dsp:txXfrm>
        <a:off x="43442" y="936917"/>
        <a:ext cx="1502638" cy="1187334"/>
      </dsp:txXfrm>
    </dsp:sp>
    <dsp:sp modelId="{7F59D685-65B8-4C77-9374-49CC01F70BED}">
      <dsp:nvSpPr>
        <dsp:cNvPr id="0" name=""/>
        <dsp:cNvSpPr/>
      </dsp:nvSpPr>
      <dsp:spPr>
        <a:xfrm rot="19500000">
          <a:off x="3128137" y="1715000"/>
          <a:ext cx="1467607" cy="472955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3A4C3B-DD19-4E5E-868D-1C5D6141EBB8}">
      <dsp:nvSpPr>
        <dsp:cNvPr id="0" name=""/>
        <dsp:cNvSpPr/>
      </dsp:nvSpPr>
      <dsp:spPr>
        <a:xfrm>
          <a:off x="3674778" y="899977"/>
          <a:ext cx="1576518" cy="126121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8575" tIns="28575" rIns="28575" bIns="2857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Bildungsansätze</a:t>
          </a:r>
        </a:p>
      </dsp:txBody>
      <dsp:txXfrm>
        <a:off x="3711718" y="936917"/>
        <a:ext cx="1502638" cy="11873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679A1E-AC54-4C6E-B52D-3ABFC994683F}">
      <dsp:nvSpPr>
        <dsp:cNvPr id="0" name=""/>
        <dsp:cNvSpPr/>
      </dsp:nvSpPr>
      <dsp:spPr>
        <a:xfrm>
          <a:off x="0" y="840485"/>
          <a:ext cx="9790112" cy="1120648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213AC9-B364-4445-83C7-10E65B7DB44E}">
      <dsp:nvSpPr>
        <dsp:cNvPr id="0" name=""/>
        <dsp:cNvSpPr/>
      </dsp:nvSpPr>
      <dsp:spPr>
        <a:xfrm>
          <a:off x="2420" y="0"/>
          <a:ext cx="1409001" cy="112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Start Testlauf</a:t>
          </a:r>
        </a:p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30.06.2025</a:t>
          </a:r>
        </a:p>
      </dsp:txBody>
      <dsp:txXfrm>
        <a:off x="2420" y="0"/>
        <a:ext cx="1409001" cy="1120648"/>
      </dsp:txXfrm>
    </dsp:sp>
    <dsp:sp modelId="{C2EF0ABA-81C6-448C-B100-E7E31C24CBCF}">
      <dsp:nvSpPr>
        <dsp:cNvPr id="0" name=""/>
        <dsp:cNvSpPr/>
      </dsp:nvSpPr>
      <dsp:spPr>
        <a:xfrm>
          <a:off x="566839" y="1260728"/>
          <a:ext cx="280162" cy="280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87542D9-887B-4720-95CF-B58B01B18DDF}">
      <dsp:nvSpPr>
        <dsp:cNvPr id="0" name=""/>
        <dsp:cNvSpPr/>
      </dsp:nvSpPr>
      <dsp:spPr>
        <a:xfrm>
          <a:off x="1481871" y="1680971"/>
          <a:ext cx="1409001" cy="112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Ende Testlauf</a:t>
          </a:r>
        </a:p>
        <a:p>
          <a:pPr marL="114300" lvl="1" indent="-114300" algn="ctr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11.07.2025</a:t>
          </a:r>
        </a:p>
      </dsp:txBody>
      <dsp:txXfrm>
        <a:off x="1481871" y="1680971"/>
        <a:ext cx="1409001" cy="1120648"/>
      </dsp:txXfrm>
    </dsp:sp>
    <dsp:sp modelId="{0F4D0C3D-D556-451E-B463-15497EB4476D}">
      <dsp:nvSpPr>
        <dsp:cNvPr id="0" name=""/>
        <dsp:cNvSpPr/>
      </dsp:nvSpPr>
      <dsp:spPr>
        <a:xfrm>
          <a:off x="2046291" y="1260728"/>
          <a:ext cx="280162" cy="280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B8AE6E-72C6-4748-B7A6-5EA6E85B6143}">
      <dsp:nvSpPr>
        <dsp:cNvPr id="0" name=""/>
        <dsp:cNvSpPr/>
      </dsp:nvSpPr>
      <dsp:spPr>
        <a:xfrm>
          <a:off x="2961323" y="0"/>
          <a:ext cx="1409001" cy="112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Start Phase 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10.07.2025</a:t>
          </a:r>
        </a:p>
      </dsp:txBody>
      <dsp:txXfrm>
        <a:off x="2961323" y="0"/>
        <a:ext cx="1409001" cy="1120648"/>
      </dsp:txXfrm>
    </dsp:sp>
    <dsp:sp modelId="{941E498D-9495-4B66-83E2-A5CCD661BA2D}">
      <dsp:nvSpPr>
        <dsp:cNvPr id="0" name=""/>
        <dsp:cNvSpPr/>
      </dsp:nvSpPr>
      <dsp:spPr>
        <a:xfrm>
          <a:off x="3525743" y="1260728"/>
          <a:ext cx="280162" cy="280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8204F-B3E2-43F5-A240-618E2552DACC}">
      <dsp:nvSpPr>
        <dsp:cNvPr id="0" name=""/>
        <dsp:cNvSpPr/>
      </dsp:nvSpPr>
      <dsp:spPr>
        <a:xfrm>
          <a:off x="4440775" y="1680971"/>
          <a:ext cx="1409001" cy="112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Ende Phase 1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14.07.2025</a:t>
          </a:r>
        </a:p>
      </dsp:txBody>
      <dsp:txXfrm>
        <a:off x="4440775" y="1680971"/>
        <a:ext cx="1409001" cy="1120648"/>
      </dsp:txXfrm>
    </dsp:sp>
    <dsp:sp modelId="{6D833B1C-80E3-45F8-A63F-9E734B2B3DAE}">
      <dsp:nvSpPr>
        <dsp:cNvPr id="0" name=""/>
        <dsp:cNvSpPr/>
      </dsp:nvSpPr>
      <dsp:spPr>
        <a:xfrm>
          <a:off x="5005195" y="1260728"/>
          <a:ext cx="280162" cy="280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D0FDFC-0673-4351-8114-5989A925DDB7}">
      <dsp:nvSpPr>
        <dsp:cNvPr id="0" name=""/>
        <dsp:cNvSpPr/>
      </dsp:nvSpPr>
      <dsp:spPr>
        <a:xfrm>
          <a:off x="5920227" y="0"/>
          <a:ext cx="1409001" cy="112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1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Start Phase 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15.07.2025</a:t>
          </a:r>
        </a:p>
      </dsp:txBody>
      <dsp:txXfrm>
        <a:off x="5920227" y="0"/>
        <a:ext cx="1409001" cy="1120648"/>
      </dsp:txXfrm>
    </dsp:sp>
    <dsp:sp modelId="{576C5E7E-6B1F-40B0-ABD0-D0574CC7D772}">
      <dsp:nvSpPr>
        <dsp:cNvPr id="0" name=""/>
        <dsp:cNvSpPr/>
      </dsp:nvSpPr>
      <dsp:spPr>
        <a:xfrm>
          <a:off x="6484647" y="1260728"/>
          <a:ext cx="280162" cy="280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A82981-58D2-4C3C-A427-55D770BA454E}">
      <dsp:nvSpPr>
        <dsp:cNvPr id="0" name=""/>
        <dsp:cNvSpPr/>
      </dsp:nvSpPr>
      <dsp:spPr>
        <a:xfrm>
          <a:off x="7399679" y="1680971"/>
          <a:ext cx="1409001" cy="112064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1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800" b="1" kern="1200" dirty="0"/>
            <a:t>Ende Phase 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1400" kern="1200" dirty="0"/>
            <a:t>25.07.2025</a:t>
          </a:r>
        </a:p>
      </dsp:txBody>
      <dsp:txXfrm>
        <a:off x="7399679" y="1680971"/>
        <a:ext cx="1409001" cy="1120648"/>
      </dsp:txXfrm>
    </dsp:sp>
    <dsp:sp modelId="{19C9F439-325E-41E9-9777-5823AE1F192E}">
      <dsp:nvSpPr>
        <dsp:cNvPr id="0" name=""/>
        <dsp:cNvSpPr/>
      </dsp:nvSpPr>
      <dsp:spPr>
        <a:xfrm>
          <a:off x="7964098" y="1260728"/>
          <a:ext cx="280162" cy="28016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B32B12-F058-4754-8D0E-8B23F09AFD53}">
      <dsp:nvSpPr>
        <dsp:cNvPr id="0" name=""/>
        <dsp:cNvSpPr/>
      </dsp:nvSpPr>
      <dsp:spPr>
        <a:xfrm>
          <a:off x="1741423" y="2494973"/>
          <a:ext cx="1288176" cy="128817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795" tIns="10795" rIns="10795" bIns="10795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700" kern="1200" dirty="0"/>
            <a:t>Umfrage</a:t>
          </a:r>
        </a:p>
      </dsp:txBody>
      <dsp:txXfrm>
        <a:off x="1930072" y="2683622"/>
        <a:ext cx="910878" cy="910878"/>
      </dsp:txXfrm>
    </dsp:sp>
    <dsp:sp modelId="{0D678888-BD0D-4F9D-811A-794A9288EF05}">
      <dsp:nvSpPr>
        <dsp:cNvPr id="0" name=""/>
        <dsp:cNvSpPr/>
      </dsp:nvSpPr>
      <dsp:spPr>
        <a:xfrm rot="11700000">
          <a:off x="593505" y="2626152"/>
          <a:ext cx="1125756" cy="36713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B11965-9A21-42FB-9C4A-69B50CA8F9A4}">
      <dsp:nvSpPr>
        <dsp:cNvPr id="0" name=""/>
        <dsp:cNvSpPr/>
      </dsp:nvSpPr>
      <dsp:spPr>
        <a:xfrm>
          <a:off x="801" y="2174526"/>
          <a:ext cx="1223767" cy="9790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Fragen zu Public Displays</a:t>
          </a:r>
        </a:p>
      </dsp:txBody>
      <dsp:txXfrm>
        <a:off x="29475" y="2203200"/>
        <a:ext cx="1166419" cy="921665"/>
      </dsp:txXfrm>
    </dsp:sp>
    <dsp:sp modelId="{078FA9E4-7B8A-48EA-8DF9-9D7FBB3ABD02}">
      <dsp:nvSpPr>
        <dsp:cNvPr id="0" name=""/>
        <dsp:cNvSpPr/>
      </dsp:nvSpPr>
      <dsp:spPr>
        <a:xfrm rot="14700000">
          <a:off x="1284857" y="1802231"/>
          <a:ext cx="1125756" cy="36713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EFD5ACF-41DF-4241-B37E-32E15B89FDC7}">
      <dsp:nvSpPr>
        <dsp:cNvPr id="0" name=""/>
        <dsp:cNvSpPr/>
      </dsp:nvSpPr>
      <dsp:spPr>
        <a:xfrm>
          <a:off x="997969" y="986148"/>
          <a:ext cx="1223767" cy="9790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Fragen zu Deepfakes</a:t>
          </a:r>
        </a:p>
      </dsp:txBody>
      <dsp:txXfrm>
        <a:off x="1026643" y="1014822"/>
        <a:ext cx="1166419" cy="921665"/>
      </dsp:txXfrm>
    </dsp:sp>
    <dsp:sp modelId="{66BAF266-DFD3-4F56-9E7B-E3F09CB04121}">
      <dsp:nvSpPr>
        <dsp:cNvPr id="0" name=""/>
        <dsp:cNvSpPr/>
      </dsp:nvSpPr>
      <dsp:spPr>
        <a:xfrm rot="17700000">
          <a:off x="2360409" y="1802231"/>
          <a:ext cx="1125756" cy="36713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F087E1-5724-4D4E-BDC6-285B85868518}">
      <dsp:nvSpPr>
        <dsp:cNvPr id="0" name=""/>
        <dsp:cNvSpPr/>
      </dsp:nvSpPr>
      <dsp:spPr>
        <a:xfrm>
          <a:off x="2549286" y="986148"/>
          <a:ext cx="1223767" cy="9790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Fragen zu den Strategien</a:t>
          </a:r>
        </a:p>
      </dsp:txBody>
      <dsp:txXfrm>
        <a:off x="2577960" y="1014822"/>
        <a:ext cx="1166419" cy="921665"/>
      </dsp:txXfrm>
    </dsp:sp>
    <dsp:sp modelId="{35355A7E-7BEB-4434-9080-724A6F22774A}">
      <dsp:nvSpPr>
        <dsp:cNvPr id="0" name=""/>
        <dsp:cNvSpPr/>
      </dsp:nvSpPr>
      <dsp:spPr>
        <a:xfrm rot="20700000">
          <a:off x="3051760" y="2626152"/>
          <a:ext cx="1125756" cy="367130"/>
        </a:xfrm>
        <a:prstGeom prst="lef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EAB95E-9D69-483F-959A-C8264032E688}">
      <dsp:nvSpPr>
        <dsp:cNvPr id="0" name=""/>
        <dsp:cNvSpPr/>
      </dsp:nvSpPr>
      <dsp:spPr>
        <a:xfrm>
          <a:off x="3546454" y="2174526"/>
          <a:ext cx="1223767" cy="97901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765" tIns="24765" rIns="24765" bIns="24765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300" kern="1200" dirty="0"/>
            <a:t>Fragen zur Spielerfahrung</a:t>
          </a:r>
        </a:p>
      </dsp:txBody>
      <dsp:txXfrm>
        <a:off x="3575128" y="2203200"/>
        <a:ext cx="1166419" cy="9216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646396-F5C9-41E6-8DCC-5CC8D10BA896}">
      <dsp:nvSpPr>
        <dsp:cNvPr id="0" name=""/>
        <dsp:cNvSpPr/>
      </dsp:nvSpPr>
      <dsp:spPr>
        <a:xfrm>
          <a:off x="1896744" y="2538627"/>
          <a:ext cx="1388098" cy="1388098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kern="1200" dirty="0"/>
            <a:t>Spieldaten</a:t>
          </a:r>
        </a:p>
      </dsp:txBody>
      <dsp:txXfrm>
        <a:off x="2100026" y="2741909"/>
        <a:ext cx="981534" cy="981534"/>
      </dsp:txXfrm>
    </dsp:sp>
    <dsp:sp modelId="{D02673A2-3152-4C30-9E73-CDE07027FF63}">
      <dsp:nvSpPr>
        <dsp:cNvPr id="0" name=""/>
        <dsp:cNvSpPr/>
      </dsp:nvSpPr>
      <dsp:spPr>
        <a:xfrm rot="10800000">
          <a:off x="486358" y="3034872"/>
          <a:ext cx="1332815" cy="3956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2C779-CB2E-4D45-9665-3E3B905A3933}">
      <dsp:nvSpPr>
        <dsp:cNvPr id="0" name=""/>
        <dsp:cNvSpPr/>
      </dsp:nvSpPr>
      <dsp:spPr>
        <a:xfrm>
          <a:off x="523" y="2844009"/>
          <a:ext cx="971669" cy="7773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Session ID</a:t>
          </a:r>
        </a:p>
      </dsp:txBody>
      <dsp:txXfrm>
        <a:off x="23290" y="2866776"/>
        <a:ext cx="926135" cy="731801"/>
      </dsp:txXfrm>
    </dsp:sp>
    <dsp:sp modelId="{274C34A1-534B-4C6E-B737-BB99173F9BF3}">
      <dsp:nvSpPr>
        <dsp:cNvPr id="0" name=""/>
        <dsp:cNvSpPr/>
      </dsp:nvSpPr>
      <dsp:spPr>
        <a:xfrm rot="12960000">
          <a:off x="760997" y="2189620"/>
          <a:ext cx="1332815" cy="3956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FD8822-A2E3-403A-B90C-B53E49903680}">
      <dsp:nvSpPr>
        <dsp:cNvPr id="0" name=""/>
        <dsp:cNvSpPr/>
      </dsp:nvSpPr>
      <dsp:spPr>
        <a:xfrm>
          <a:off x="402434" y="1607052"/>
          <a:ext cx="971669" cy="7773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Anzahl gespielter Spiele</a:t>
          </a:r>
        </a:p>
      </dsp:txBody>
      <dsp:txXfrm>
        <a:off x="425201" y="1629819"/>
        <a:ext cx="926135" cy="731801"/>
      </dsp:txXfrm>
    </dsp:sp>
    <dsp:sp modelId="{1A466BD8-CA48-45E2-9BFE-AEDA6BE620C5}">
      <dsp:nvSpPr>
        <dsp:cNvPr id="0" name=""/>
        <dsp:cNvSpPr/>
      </dsp:nvSpPr>
      <dsp:spPr>
        <a:xfrm rot="15120000">
          <a:off x="1480011" y="1667226"/>
          <a:ext cx="1332815" cy="3956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04DA7C-8BFC-4276-8288-15F88ED60E31}">
      <dsp:nvSpPr>
        <dsp:cNvPr id="0" name=""/>
        <dsp:cNvSpPr/>
      </dsp:nvSpPr>
      <dsp:spPr>
        <a:xfrm>
          <a:off x="1454652" y="842571"/>
          <a:ext cx="971669" cy="7773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Anzahl richtiger Entscheidungen</a:t>
          </a:r>
        </a:p>
      </dsp:txBody>
      <dsp:txXfrm>
        <a:off x="1477419" y="865338"/>
        <a:ext cx="926135" cy="731801"/>
      </dsp:txXfrm>
    </dsp:sp>
    <dsp:sp modelId="{23739AF7-A95F-48ED-B26E-368514A072A9}">
      <dsp:nvSpPr>
        <dsp:cNvPr id="0" name=""/>
        <dsp:cNvSpPr/>
      </dsp:nvSpPr>
      <dsp:spPr>
        <a:xfrm rot="17280000">
          <a:off x="2368761" y="1667226"/>
          <a:ext cx="1332815" cy="3956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5F1919-F52A-47FE-9092-3124AABEA1F2}">
      <dsp:nvSpPr>
        <dsp:cNvPr id="0" name=""/>
        <dsp:cNvSpPr/>
      </dsp:nvSpPr>
      <dsp:spPr>
        <a:xfrm>
          <a:off x="2755265" y="842571"/>
          <a:ext cx="971669" cy="7773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Zeitstempel erstes und letzes Spiel</a:t>
          </a:r>
        </a:p>
      </dsp:txBody>
      <dsp:txXfrm>
        <a:off x="2778032" y="865338"/>
        <a:ext cx="926135" cy="731801"/>
      </dsp:txXfrm>
    </dsp:sp>
    <dsp:sp modelId="{38FCF236-0F0A-43C0-B96D-D3F1BC097720}">
      <dsp:nvSpPr>
        <dsp:cNvPr id="0" name=""/>
        <dsp:cNvSpPr/>
      </dsp:nvSpPr>
      <dsp:spPr>
        <a:xfrm rot="19440000">
          <a:off x="3087775" y="2189620"/>
          <a:ext cx="1332815" cy="3956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46F2FB-9C10-4C3B-B62F-1BD0BDEEECE2}">
      <dsp:nvSpPr>
        <dsp:cNvPr id="0" name=""/>
        <dsp:cNvSpPr/>
      </dsp:nvSpPr>
      <dsp:spPr>
        <a:xfrm>
          <a:off x="3807483" y="1607052"/>
          <a:ext cx="971669" cy="7773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Confidence Rating</a:t>
          </a:r>
        </a:p>
      </dsp:txBody>
      <dsp:txXfrm>
        <a:off x="3830250" y="1629819"/>
        <a:ext cx="926135" cy="731801"/>
      </dsp:txXfrm>
    </dsp:sp>
    <dsp:sp modelId="{13A39324-95E2-460D-A769-37DB332D3E3F}">
      <dsp:nvSpPr>
        <dsp:cNvPr id="0" name=""/>
        <dsp:cNvSpPr/>
      </dsp:nvSpPr>
      <dsp:spPr>
        <a:xfrm>
          <a:off x="3362414" y="3034872"/>
          <a:ext cx="1332815" cy="395608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89C517-C927-4F61-880B-AE40B1202883}">
      <dsp:nvSpPr>
        <dsp:cNvPr id="0" name=""/>
        <dsp:cNvSpPr/>
      </dsp:nvSpPr>
      <dsp:spPr>
        <a:xfrm>
          <a:off x="4209395" y="2844009"/>
          <a:ext cx="971669" cy="7773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45" tIns="17145" rIns="17145" bIns="1714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900" kern="1200" dirty="0"/>
            <a:t>Wie oft hat sich der Spieler eingeloggt?</a:t>
          </a:r>
        </a:p>
      </dsp:txBody>
      <dsp:txXfrm>
        <a:off x="4232162" y="2866776"/>
        <a:ext cx="926135" cy="73180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4E5F45-4BBB-4E3E-8AD0-28D7A57CC47A}">
      <dsp:nvSpPr>
        <dsp:cNvPr id="0" name=""/>
        <dsp:cNvSpPr/>
      </dsp:nvSpPr>
      <dsp:spPr>
        <a:xfrm>
          <a:off x="1951139" y="2167"/>
          <a:ext cx="1674739" cy="10885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Gamification</a:t>
          </a:r>
        </a:p>
      </dsp:txBody>
      <dsp:txXfrm>
        <a:off x="2196399" y="161586"/>
        <a:ext cx="1184219" cy="769742"/>
      </dsp:txXfrm>
    </dsp:sp>
    <dsp:sp modelId="{1502D388-C212-4E82-B695-9B6502ACA783}">
      <dsp:nvSpPr>
        <dsp:cNvPr id="0" name=""/>
        <dsp:cNvSpPr/>
      </dsp:nvSpPr>
      <dsp:spPr>
        <a:xfrm>
          <a:off x="1337884" y="546457"/>
          <a:ext cx="2901248" cy="2901248"/>
        </a:xfrm>
        <a:custGeom>
          <a:avLst/>
          <a:gdLst/>
          <a:ahLst/>
          <a:cxnLst/>
          <a:rect l="0" t="0" r="0" b="0"/>
          <a:pathLst>
            <a:path>
              <a:moveTo>
                <a:pt x="2300135" y="274766"/>
              </a:moveTo>
              <a:arcTo wR="1450624" hR="1450624" stAng="18350798" swAng="364395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C328EB-1F4E-413C-87D8-2E649B061C89}">
      <dsp:nvSpPr>
        <dsp:cNvPr id="0" name=""/>
        <dsp:cNvSpPr/>
      </dsp:nvSpPr>
      <dsp:spPr>
        <a:xfrm>
          <a:off x="3207416" y="2178104"/>
          <a:ext cx="1674739" cy="10885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Strategien</a:t>
          </a:r>
        </a:p>
      </dsp:txBody>
      <dsp:txXfrm>
        <a:off x="3452676" y="2337523"/>
        <a:ext cx="1184219" cy="769742"/>
      </dsp:txXfrm>
    </dsp:sp>
    <dsp:sp modelId="{02C5AFC5-607C-433A-84AB-4460D29D7C4E}">
      <dsp:nvSpPr>
        <dsp:cNvPr id="0" name=""/>
        <dsp:cNvSpPr/>
      </dsp:nvSpPr>
      <dsp:spPr>
        <a:xfrm>
          <a:off x="1337884" y="546457"/>
          <a:ext cx="2901248" cy="2901248"/>
        </a:xfrm>
        <a:custGeom>
          <a:avLst/>
          <a:gdLst/>
          <a:ahLst/>
          <a:cxnLst/>
          <a:rect l="0" t="0" r="0" b="0"/>
          <a:pathLst>
            <a:path>
              <a:moveTo>
                <a:pt x="2140035" y="2726956"/>
              </a:moveTo>
              <a:arcTo wR="1450624" hR="1450624" stAng="3697457" swAng="3405085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3D519C-D590-44A8-95B0-B29CEA0F7ED0}">
      <dsp:nvSpPr>
        <dsp:cNvPr id="0" name=""/>
        <dsp:cNvSpPr/>
      </dsp:nvSpPr>
      <dsp:spPr>
        <a:xfrm>
          <a:off x="694861" y="2178104"/>
          <a:ext cx="1674739" cy="108858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500" kern="1200" dirty="0"/>
            <a:t>Public Displays</a:t>
          </a:r>
        </a:p>
      </dsp:txBody>
      <dsp:txXfrm>
        <a:off x="940121" y="2337523"/>
        <a:ext cx="1184219" cy="769742"/>
      </dsp:txXfrm>
    </dsp:sp>
    <dsp:sp modelId="{9C8CBA4B-3F6E-40E6-A48C-F2E5836DEE23}">
      <dsp:nvSpPr>
        <dsp:cNvPr id="0" name=""/>
        <dsp:cNvSpPr/>
      </dsp:nvSpPr>
      <dsp:spPr>
        <a:xfrm>
          <a:off x="1337884" y="546457"/>
          <a:ext cx="2901248" cy="2901248"/>
        </a:xfrm>
        <a:custGeom>
          <a:avLst/>
          <a:gdLst/>
          <a:ahLst/>
          <a:cxnLst/>
          <a:rect l="0" t="0" r="0" b="0"/>
          <a:pathLst>
            <a:path>
              <a:moveTo>
                <a:pt x="9553" y="1616830"/>
              </a:moveTo>
              <a:arcTo wR="1450624" hR="1450624" stAng="10405252" swAng="3643951"/>
            </a:path>
          </a:pathLst>
        </a:custGeom>
        <a:noFill/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51A50702-3C68-4B14-B819-72B57D27F94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F0F4880-E690-44D0-8356-A9E7BDBAB0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pPr rtl="0"/>
            <a:fld id="{B045831F-6AD1-4DED-BF09-35BFE3A3C66F}" type="datetime1">
              <a:rPr lang="de-DE" smtClean="0"/>
              <a:t>04.09.2025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6B4ACF6-39FD-4B08-A7D5-5BFDC37B462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F7C9FD2-2C57-4DE7-8EA4-86DEE80B988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00AC623C-86E0-4A85-83FB-F4A716956FD4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6939555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de-DE" sz="1200"/>
            </a:lvl1pPr>
          </a:lstStyle>
          <a:p>
            <a:fld id="{4EAF0040-DFA1-4580-86F0-5CFB9E4596B0}" type="datetime1">
              <a:rPr lang="de-DE" smtClean="0"/>
              <a:pPr/>
              <a:t>04.09.2025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de-DE" sz="1200"/>
            </a:lvl1pPr>
          </a:lstStyle>
          <a:p>
            <a:pPr rtl="0"/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de-DE" sz="1200"/>
            </a:lvl1pPr>
          </a:lstStyle>
          <a:p>
            <a:pPr rtl="0"/>
            <a:fld id="{C37D7554-D10C-4E29-B8E6-BB7111FA614F}" type="slidenum">
              <a:rPr lang="de-DE" smtClean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17347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de-DE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2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23426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35037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F2F3B-FD32-7B1E-4078-EF62D9171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8C813670-43C5-0CBF-9E6F-86B0BD5D9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8D358004-5976-E822-29F7-1C30DDCF1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9DE5FEA-63AB-66E8-6E0C-8A6F046A9F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04687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6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641906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C37D7554-D10C-4E29-B8E6-BB7111FA614F}" type="slidenum">
              <a:rPr lang="de-DE" smtClean="0"/>
              <a:t>7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81408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5" y="690511"/>
            <a:ext cx="5185821" cy="5253089"/>
          </a:xfrm>
        </p:spPr>
        <p:txBody>
          <a:bodyPr rtlCol="0" anchor="b">
            <a:normAutofit/>
          </a:bodyPr>
          <a:lstStyle>
            <a:lvl1pPr>
              <a:defRPr lang="de-DE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17845559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55583" y="737115"/>
            <a:ext cx="4640418" cy="5407091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6388461" y="737115"/>
            <a:ext cx="4449712" cy="5407091"/>
          </a:xfrm>
        </p:spPr>
        <p:txBody>
          <a:bodyPr lIns="0" tIns="0" rIns="0" bIns="0" rtlCol="0" anchor="ctr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4E9F5D75-1D8F-F695-81F8-4A6D0C67821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77245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Bild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1278294"/>
            <a:ext cx="5000318" cy="4904141"/>
          </a:xfrm>
        </p:spPr>
        <p:txBody>
          <a:bodyPr rtlCol="0" anchor="b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642169" y="-1"/>
            <a:ext cx="4635426" cy="6857999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en-US"/>
              <a:t>Click icon to add picture</a:t>
            </a:r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90299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Untertitel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8">
            <a:extLst>
              <a:ext uri="{FF2B5EF4-FFF2-40B4-BE49-F238E27FC236}">
                <a16:creationId xmlns:a16="http://schemas.microsoft.com/office/drawing/2014/main" id="{BB6B956C-A124-5A7C-EBD4-CBB618B9BC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53827" y="3508311"/>
            <a:ext cx="9923770" cy="1438762"/>
          </a:xfrm>
        </p:spPr>
        <p:txBody>
          <a:bodyPr rtlCol="0" anchor="b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B92702B-E14C-886C-445A-349265F3759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600" y="0"/>
            <a:ext cx="10361995" cy="3429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en-US"/>
              <a:t>Click icon to add picture</a:t>
            </a:r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49C76C37-CBD2-36CF-1413-53DD1CB4A5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510D1AAD-E663-5B8E-CE72-64C1DBF19C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8" name="Gerader Verbinder 7">
            <a:extLst>
              <a:ext uri="{FF2B5EF4-FFF2-40B4-BE49-F238E27FC236}">
                <a16:creationId xmlns:a16="http://schemas.microsoft.com/office/drawing/2014/main" id="{EC250190-89C1-EAA3-6C2A-15A60C6754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D179113D-0374-3934-841E-56AD5AFCF97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53828" y="5228488"/>
            <a:ext cx="9923770" cy="1368256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l">
              <a:lnSpc>
                <a:spcPct val="80000"/>
              </a:lnSpc>
              <a:spcBef>
                <a:spcPts val="0"/>
              </a:spcBef>
              <a:buNone/>
              <a:defRPr lang="de-DE"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Untertitel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3227224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">
    <p:bg>
      <p:bgPr>
        <a:solidFill>
          <a:schemeClr val="accent2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5" y="503852"/>
            <a:ext cx="9150675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50153" y="2108722"/>
            <a:ext cx="8552264" cy="4119463"/>
          </a:xfrm>
        </p:spPr>
        <p:txBody>
          <a:bodyPr lIns="0" tIns="0" rIns="0" bIns="0" rtlCol="0">
            <a:normAutofit/>
          </a:bodyPr>
          <a:lstStyle>
            <a:lvl1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1pPr>
            <a:lvl2pPr marL="6858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1430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6002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057400" indent="-2286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45FE61D9-DA99-9DA5-5DD2-C4118066CA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CE64603E-965E-E3BF-203B-F4D9942820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9" name="Foliennummernplatzhalter 5">
            <a:extLst>
              <a:ext uri="{FF2B5EF4-FFF2-40B4-BE49-F238E27FC236}">
                <a16:creationId xmlns:a16="http://schemas.microsoft.com/office/drawing/2014/main" id="{5DABAFC1-3E76-DCE6-3A6D-E0020C5BE8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73596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schnittstite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>
            <a:extLst>
              <a:ext uri="{FF2B5EF4-FFF2-40B4-BE49-F238E27FC236}">
                <a16:creationId xmlns:a16="http://schemas.microsoft.com/office/drawing/2014/main" id="{507175C5-CB2F-2BAC-3704-54DCD1BF04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38031" y="1068169"/>
            <a:ext cx="10115939" cy="2681549"/>
          </a:xfrm>
        </p:spPr>
        <p:txBody>
          <a:bodyPr rtlCol="0" anchor="b"/>
          <a:lstStyle>
            <a:lvl1pPr algn="ctr">
              <a:defRPr lang="de-DE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3901905E-33E7-852F-94E3-8E100B3D1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914400" y="914400"/>
            <a:ext cx="10363200" cy="5029200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1B7799F7-CBB1-9649-7D06-F7EEFD4F01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B1AFC5CA-DB29-4B8C-C004-72E4EC761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9" name="Textplatzhalter 12">
            <a:extLst>
              <a:ext uri="{FF2B5EF4-FFF2-40B4-BE49-F238E27FC236}">
                <a16:creationId xmlns:a16="http://schemas.microsoft.com/office/drawing/2014/main" id="{E3CB2D2A-7172-87CE-D493-DAF52D62EBF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38031" y="4027047"/>
            <a:ext cx="10115939" cy="1762783"/>
          </a:xfrm>
          <a:prstGeom prst="rect">
            <a:avLst/>
          </a:prstGeom>
        </p:spPr>
        <p:txBody>
          <a:bodyPr rtlCol="0" anchor="t">
            <a:normAutofit/>
          </a:bodyPr>
          <a:lstStyle>
            <a:lvl1pPr marL="0" indent="0" algn="ctr">
              <a:lnSpc>
                <a:spcPct val="80000"/>
              </a:lnSpc>
              <a:spcBef>
                <a:spcPts val="0"/>
              </a:spcBef>
              <a:buNone/>
              <a:defRPr lang="de-DE" sz="20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 rtl="0"/>
            <a:r>
              <a:rPr lang="de-DE"/>
              <a:t>Untertitel durch Klicken hinzufügen</a:t>
            </a:r>
          </a:p>
        </p:txBody>
      </p:sp>
    </p:spTree>
    <p:extLst>
      <p:ext uri="{BB962C8B-B14F-4D97-AF65-F5344CB8AC3E}">
        <p14:creationId xmlns:p14="http://schemas.microsoft.com/office/powerpoint/2010/main" val="2069536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 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2" name="Inhaltsplatzhalter 7">
            <a:extLst>
              <a:ext uri="{FF2B5EF4-FFF2-40B4-BE49-F238E27FC236}">
                <a16:creationId xmlns:a16="http://schemas.microsoft.com/office/drawing/2014/main" id="{AEA3C42D-C3E7-4F13-63E2-96D7A3B21113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4" y="2057401"/>
            <a:ext cx="4627186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668185" y="2057401"/>
            <a:ext cx="4609399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1D40DF0B-6602-19D4-3110-4659C28780D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61720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 3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4" name="Inhaltsplatzhalter 7">
            <a:extLst>
              <a:ext uri="{FF2B5EF4-FFF2-40B4-BE49-F238E27FC236}">
                <a16:creationId xmlns:a16="http://schemas.microsoft.com/office/drawing/2014/main" id="{C355854D-70C0-E6E1-2A0C-284D00A21AEC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1468815" y="2057401"/>
            <a:ext cx="3068678" cy="4119463"/>
          </a:xfrm>
        </p:spPr>
        <p:txBody>
          <a:bodyPr lIns="0" rtlCol="0">
            <a:normAutofit/>
          </a:bodyPr>
          <a:lstStyle>
            <a:lvl1pPr marL="320040" indent="-32004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+mj-lt"/>
              <a:buAutoNum type="arabicPeriod"/>
              <a:defRPr lang="de-DE" sz="2000"/>
            </a:lvl1pPr>
            <a:lvl2pPr marL="457200" indent="-32004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+mj-lt"/>
              <a:buAutoNum type="alphaLcPeriod"/>
              <a:defRPr lang="de-DE" sz="2000"/>
            </a:lvl2pPr>
            <a:lvl3pPr marL="9144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rabicParenR"/>
              <a:defRPr lang="de-DE" sz="2000"/>
            </a:lvl3pPr>
            <a:lvl4pPr marL="1371600" indent="-320040">
              <a:spcBef>
                <a:spcPts val="1000"/>
              </a:spcBef>
              <a:spcAft>
                <a:spcPts val="1200"/>
              </a:spcAft>
              <a:buFont typeface="+mj-lt"/>
              <a:buAutoNum type="alphaLcParenR"/>
              <a:defRPr lang="de-DE" sz="2000"/>
            </a:lvl4pPr>
            <a:lvl5pPr marL="1828800" indent="-320040">
              <a:spcBef>
                <a:spcPts val="1000"/>
              </a:spcBef>
              <a:spcAft>
                <a:spcPts val="1200"/>
              </a:spcAft>
              <a:buFont typeface="+mj-lt"/>
              <a:buAutoNum type="romanLcPeriod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91727" y="2057401"/>
            <a:ext cx="6085857" cy="4119463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228600" indent="-2286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6858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1430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1600200" indent="-2286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liennummernplatzhalter 5">
            <a:extLst>
              <a:ext uri="{FF2B5EF4-FFF2-40B4-BE49-F238E27FC236}">
                <a16:creationId xmlns:a16="http://schemas.microsoft.com/office/drawing/2014/main" id="{D7B331F9-6D4A-5020-969F-E961AF374E1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14237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ild und Inhalt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357912CB-B8F8-1E65-094F-AD3220E6C79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03363" y="2061969"/>
            <a:ext cx="4592637" cy="4805362"/>
          </a:xfrm>
        </p:spPr>
        <p:txBody>
          <a:bodyPr rtlCol="0">
            <a:normAutofit/>
          </a:bodyPr>
          <a:lstStyle>
            <a:lvl1pPr marL="0" indent="0" algn="ctr">
              <a:buNone/>
              <a:defRPr lang="de-DE" sz="2000"/>
            </a:lvl1pPr>
          </a:lstStyle>
          <a:p>
            <a:pPr rtl="0"/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87262" y="2052736"/>
            <a:ext cx="4490320" cy="480059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None/>
              <a:defRPr lang="de-DE" sz="2000"/>
            </a:lvl1pPr>
            <a:lvl2pPr marL="800100" indent="-342900">
              <a:lnSpc>
                <a:spcPct val="10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8809D86D-3DDE-CA24-4CAA-DF6944B9BCB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‹#›</a:t>
            </a:fld>
            <a:endParaRPr lang="de-DE" dirty="0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61074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inhalt und Tabel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2" name="Inhaltsplatzhalter 7">
            <a:extLst>
              <a:ext uri="{FF2B5EF4-FFF2-40B4-BE49-F238E27FC236}">
                <a16:creationId xmlns:a16="http://schemas.microsoft.com/office/drawing/2014/main" id="{617CE1C3-9892-2E23-986F-80ABB41823D6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1468814" y="2057400"/>
            <a:ext cx="3091027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/>
            </a:lvl1pPr>
            <a:lvl2pPr marL="800100" indent="-34290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4" name="Tabellenplatzhalter 13">
            <a:extLst>
              <a:ext uri="{FF2B5EF4-FFF2-40B4-BE49-F238E27FC236}">
                <a16:creationId xmlns:a16="http://schemas.microsoft.com/office/drawing/2014/main" id="{EA708189-1532-1BDD-104F-4D8556146CEE}"/>
              </a:ext>
            </a:extLst>
          </p:cNvPr>
          <p:cNvSpPr>
            <a:spLocks noGrp="1"/>
          </p:cNvSpPr>
          <p:nvPr>
            <p:ph type="tbl" sz="quarter" idx="12"/>
          </p:nvPr>
        </p:nvSpPr>
        <p:spPr>
          <a:xfrm>
            <a:off x="5097463" y="2051976"/>
            <a:ext cx="6180137" cy="3867538"/>
          </a:xfrm>
        </p:spPr>
        <p:txBody>
          <a:bodyPr rtlCol="0">
            <a:normAutofit/>
          </a:bodyPr>
          <a:lstStyle>
            <a:lvl1pPr>
              <a:defRPr lang="de-DE" sz="2000"/>
            </a:lvl1pPr>
          </a:lstStyle>
          <a:p>
            <a:pPr rtl="0"/>
            <a:r>
              <a:rPr lang="en-US"/>
              <a:t>Click icon to add table</a:t>
            </a:r>
            <a:endParaRPr lang="de-DE"/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6E0EC71B-95A1-C740-6B1F-F8DF02E2D16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092991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2 Inhalte 2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8B0AB10A-3CAB-D4C0-3CB1-401461802B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468814" y="2066731"/>
            <a:ext cx="6452876" cy="3867538"/>
          </a:xfrm>
        </p:spPr>
        <p:txBody>
          <a:bodyPr lIns="0" rtlCol="0">
            <a:normAutofit/>
          </a:bodyPr>
          <a:lstStyle>
            <a:lvl1pPr>
              <a:lnSpc>
                <a:spcPct val="100000"/>
              </a:lnSpc>
              <a:spcAft>
                <a:spcPts val="600"/>
              </a:spcAft>
              <a:defRPr lang="de-DE" sz="2000"/>
            </a:lvl1pPr>
            <a:lvl2pPr>
              <a:lnSpc>
                <a:spcPct val="100000"/>
              </a:lnSpc>
              <a:spcAft>
                <a:spcPts val="600"/>
              </a:spcAft>
              <a:defRPr lang="de-DE" sz="2000"/>
            </a:lvl2pPr>
            <a:lvl3pPr>
              <a:lnSpc>
                <a:spcPct val="100000"/>
              </a:lnSpc>
              <a:spcBef>
                <a:spcPts val="1000"/>
              </a:spcBef>
              <a:spcAft>
                <a:spcPts val="600"/>
              </a:spcAft>
              <a:defRPr lang="de-DE" sz="2000"/>
            </a:lvl3pPr>
            <a:lvl4pPr>
              <a:lnSpc>
                <a:spcPct val="100000"/>
              </a:lnSpc>
              <a:spcAft>
                <a:spcPts val="1200"/>
              </a:spcAft>
              <a:defRPr lang="de-DE" sz="2000"/>
            </a:lvl4pPr>
            <a:lvl5pPr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11" name="Inhaltsplatzhalter 7">
            <a:extLst>
              <a:ext uri="{FF2B5EF4-FFF2-40B4-BE49-F238E27FC236}">
                <a16:creationId xmlns:a16="http://schemas.microsoft.com/office/drawing/2014/main" id="{7DBA8ADB-B20F-8404-46AB-AF67E25C7C75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8169196" y="2066731"/>
            <a:ext cx="3108391" cy="3867538"/>
          </a:xfrm>
        </p:spPr>
        <p:txBody>
          <a:bodyPr lIns="0" rtlCol="0">
            <a:normAutofit/>
          </a:bodyPr>
          <a:lstStyle>
            <a:lvl1pPr marL="0" indent="0">
              <a:lnSpc>
                <a:spcPct val="100000"/>
              </a:lnSpc>
              <a:spcAft>
                <a:spcPts val="600"/>
              </a:spcAft>
              <a:buNone/>
              <a:defRPr lang="de-DE" sz="2000"/>
            </a:lvl1pPr>
            <a:lvl2pPr marL="800100" indent="-342900">
              <a:lnSpc>
                <a:spcPct val="10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 lang="de-DE" sz="2000"/>
            </a:lvl2pPr>
            <a:lvl3pPr marL="1257300" indent="-342900">
              <a:buFont typeface="Arial" panose="020B0604020202020204" pitchFamily="34" charset="0"/>
              <a:buChar char="•"/>
              <a:defRPr lang="de-DE" sz="2000"/>
            </a:lvl3pPr>
            <a:lvl4pPr marL="1714500" indent="-342900">
              <a:buFont typeface="Arial" panose="020B0604020202020204" pitchFamily="34" charset="0"/>
              <a:buChar char="•"/>
              <a:defRPr lang="de-DE" sz="2000"/>
            </a:lvl4pPr>
            <a:lvl5pPr marL="2171700" indent="-342900">
              <a:buFont typeface="Arial" panose="020B0604020202020204" pitchFamily="34" charset="0"/>
              <a:buChar char="•"/>
              <a:defRPr lang="de-DE" sz="2000"/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8814D5F7-E70A-5F97-5C8F-95B9E1B6D49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2814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Tabelle">
    <p:bg>
      <p:bgPr>
        <a:solidFill>
          <a:schemeClr val="accent5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>
            <a:extLst>
              <a:ext uri="{FF2B5EF4-FFF2-40B4-BE49-F238E27FC236}">
                <a16:creationId xmlns:a16="http://schemas.microsoft.com/office/drawing/2014/main" id="{94389812-0415-9025-AB21-4503F7DF3A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6" name="Gerader Verbinder 5">
            <a:extLst>
              <a:ext uri="{FF2B5EF4-FFF2-40B4-BE49-F238E27FC236}">
                <a16:creationId xmlns:a16="http://schemas.microsoft.com/office/drawing/2014/main" id="{6459A5A0-86AD-344B-A0E4-6C55958151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5943600"/>
          </a:xfrm>
          <a:prstGeom prst="line">
            <a:avLst/>
          </a:prstGeom>
          <a:ln w="190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el 6">
            <a:extLst>
              <a:ext uri="{FF2B5EF4-FFF2-40B4-BE49-F238E27FC236}">
                <a16:creationId xmlns:a16="http://schemas.microsoft.com/office/drawing/2014/main" id="{75B3424C-4925-A7F7-02CD-84526B2E22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68814" y="503852"/>
            <a:ext cx="9808773" cy="1427585"/>
          </a:xfrm>
        </p:spPr>
        <p:txBody>
          <a:bodyPr lIns="0" rtlCol="0">
            <a:normAutofit/>
          </a:bodyPr>
          <a:lstStyle>
            <a:lvl1pPr>
              <a:defRPr lang="de-DE" sz="3600"/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9" name="Tabellenplatzhalter 8">
            <a:extLst>
              <a:ext uri="{FF2B5EF4-FFF2-40B4-BE49-F238E27FC236}">
                <a16:creationId xmlns:a16="http://schemas.microsoft.com/office/drawing/2014/main" id="{CB43608F-0A38-CF4A-4B3B-F1212E786FDE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487488" y="2057400"/>
            <a:ext cx="9790112" cy="3886200"/>
          </a:xfrm>
        </p:spPr>
        <p:txBody>
          <a:bodyPr rtlCol="0">
            <a:normAutofit/>
          </a:bodyPr>
          <a:lstStyle>
            <a:lvl1pPr>
              <a:defRPr lang="de-DE" sz="2400"/>
            </a:lvl1pPr>
          </a:lstStyle>
          <a:p>
            <a:pPr rtl="0"/>
            <a:r>
              <a:rPr lang="en-US"/>
              <a:t>Click icon to add table</a:t>
            </a:r>
            <a:endParaRPr lang="de-DE"/>
          </a:p>
        </p:txBody>
      </p:sp>
      <p:sp>
        <p:nvSpPr>
          <p:cNvPr id="2" name="Foliennummernplatzhalter 5">
            <a:extLst>
              <a:ext uri="{FF2B5EF4-FFF2-40B4-BE49-F238E27FC236}">
                <a16:creationId xmlns:a16="http://schemas.microsoft.com/office/drawing/2014/main" id="{05DA3688-07D1-82D9-6818-C95E9A69C2F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913572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elen Dank 1">
    <p:bg>
      <p:bgPr>
        <a:solidFill>
          <a:schemeClr val="accent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E1B5E70F-EF03-B535-2505-BC971E3BC3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594360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cxnSp>
        <p:nvCxnSpPr>
          <p:cNvPr id="3" name="Gerader Verbinder 2">
            <a:extLst>
              <a:ext uri="{FF2B5EF4-FFF2-40B4-BE49-F238E27FC236}">
                <a16:creationId xmlns:a16="http://schemas.microsoft.com/office/drawing/2014/main" id="{8794424E-93DD-A404-D05E-EF6030A76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96628" y="0"/>
            <a:ext cx="0" cy="6858000"/>
          </a:xfrm>
          <a:prstGeom prst="line">
            <a:avLst/>
          </a:prstGeom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hteck 6">
            <a:extLst>
              <a:ext uri="{FF2B5EF4-FFF2-40B4-BE49-F238E27FC236}">
                <a16:creationId xmlns:a16="http://schemas.microsoft.com/office/drawing/2014/main" id="{B03A3B6B-5129-A46A-A20C-5D7BC706C9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1277600" y="0"/>
            <a:ext cx="914400" cy="9144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</a:lstStyle>
          <a:p>
            <a:pPr algn="ctr" rtl="0"/>
            <a:endParaRPr lang="de-DE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24E401A1-8CEE-5E1B-343B-D737433AE6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17614" y="690511"/>
            <a:ext cx="4964671" cy="5253089"/>
          </a:xfrm>
        </p:spPr>
        <p:txBody>
          <a:bodyPr rtlCol="0" anchor="b">
            <a:normAutofit/>
          </a:bodyPr>
          <a:lstStyle>
            <a:lvl1pPr>
              <a:defRPr lang="de-DE" sz="6000">
                <a:solidFill>
                  <a:schemeClr val="bg1"/>
                </a:solidFill>
              </a:defRPr>
            </a:lvl1pPr>
          </a:lstStyle>
          <a:p>
            <a:pPr rtl="0"/>
            <a:r>
              <a:rPr lang="de-DE"/>
              <a:t>Titel durch Klicken hinzufügen</a:t>
            </a:r>
          </a:p>
        </p:txBody>
      </p:sp>
      <p:sp>
        <p:nvSpPr>
          <p:cNvPr id="10" name="Inhaltsplatzhalter 9">
            <a:extLst>
              <a:ext uri="{FF2B5EF4-FFF2-40B4-BE49-F238E27FC236}">
                <a16:creationId xmlns:a16="http://schemas.microsoft.com/office/drawing/2014/main" id="{AD608249-3D60-D3B2-68C5-778D0EA18F2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282286" y="690465"/>
            <a:ext cx="4784372" cy="5253089"/>
          </a:xfrm>
        </p:spPr>
        <p:txBody>
          <a:bodyPr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lang="de-DE" sz="2000">
                <a:solidFill>
                  <a:schemeClr val="bg1"/>
                </a:solidFill>
              </a:defRPr>
            </a:lvl1pPr>
            <a:lvl2pPr marL="7429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800">
                <a:solidFill>
                  <a:schemeClr val="bg1"/>
                </a:solidFill>
              </a:defRPr>
            </a:lvl2pPr>
            <a:lvl3pPr marL="12001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600">
                <a:solidFill>
                  <a:schemeClr val="bg1"/>
                </a:solidFill>
              </a:defRPr>
            </a:lvl3pPr>
            <a:lvl4pPr marL="16573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4pPr>
            <a:lvl5pPr marL="2114550" indent="-28575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1400">
                <a:solidFill>
                  <a:schemeClr val="bg1"/>
                </a:solidFill>
              </a:defRPr>
            </a:lvl5pPr>
          </a:lstStyle>
          <a:p>
            <a:pPr lvl="0" rtl="0"/>
            <a:r>
              <a:rPr lang="de-DE"/>
              <a:t>Klicken, um Inhalt hinzuzufügen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6437483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B82F216-62F1-7E0B-63FD-51C27CDAA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de-DE"/>
            </a:defPPr>
          </a:lstStyle>
          <a:p>
            <a:pPr rtl="0"/>
            <a:r>
              <a:rPr lang="de-DE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E61F31D-B959-2AD8-9208-FF08B574DB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de-DE"/>
            </a:defPPr>
          </a:lstStyle>
          <a:p>
            <a:pPr lvl="0" rtl="0"/>
            <a:r>
              <a:rPr lang="de-DE"/>
              <a:t>Textmasterformat durch Klicken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F32C8C7-5C6C-400B-AEC0-4D8178161B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lang="de-DE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7105D6-7B52-4B7D-9473-BCD571A93A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900" b="0" cap="all" spc="150" baseline="0">
                <a:solidFill>
                  <a:schemeClr val="bg2">
                    <a:lumMod val="50000"/>
                  </a:schemeClr>
                </a:solidFill>
                <a:latin typeface="Univers Light" panose="020B0403020202020204" pitchFamily="34" charset="0"/>
              </a:defRPr>
            </a:lvl1pPr>
          </a:lstStyle>
          <a:p>
            <a:pPr rtl="0"/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3EAA0A-7090-4FA3-AD1C-CD45704040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12136" y="5943601"/>
            <a:ext cx="968983" cy="6519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de-DE" sz="1200" b="1" spc="150" baseline="0">
                <a:solidFill>
                  <a:schemeClr val="tx1"/>
                </a:solidFill>
                <a:latin typeface="+mn-lt"/>
              </a:defRPr>
            </a:lvl1pPr>
          </a:lstStyle>
          <a:p>
            <a:pPr rtl="0"/>
            <a:fld id="{18D65601-5AE2-46FC-B138-694DDD2B510D}" type="slidenum">
              <a:rPr lang="de-DE" smtClean="0"/>
              <a:pPr rtl="0"/>
              <a:t>‹#›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737433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3" r:id="rId2"/>
    <p:sldLayoutId id="2147483692" r:id="rId3"/>
    <p:sldLayoutId id="2147483691" r:id="rId4"/>
    <p:sldLayoutId id="2147483690" r:id="rId5"/>
    <p:sldLayoutId id="2147483689" r:id="rId6"/>
    <p:sldLayoutId id="2147483688" r:id="rId7"/>
    <p:sldLayoutId id="2147483687" r:id="rId8"/>
    <p:sldLayoutId id="2147483686" r:id="rId9"/>
    <p:sldLayoutId id="2147483685" r:id="rId10"/>
    <p:sldLayoutId id="2147483684" r:id="rId11"/>
    <p:sldLayoutId id="2147483682" r:id="rId12"/>
    <p:sldLayoutId id="214748368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de-DE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de-DE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de-DE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Relationship Id="rId9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6.xml"/><Relationship Id="rId3" Type="http://schemas.openxmlformats.org/officeDocument/2006/relationships/diagramLayout" Target="../diagrams/layout5.xml"/><Relationship Id="rId7" Type="http://schemas.openxmlformats.org/officeDocument/2006/relationships/diagramData" Target="../diagrams/data6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9.xml"/><Relationship Id="rId6" Type="http://schemas.microsoft.com/office/2007/relationships/diagramDrawing" Target="../diagrams/drawing5.xml"/><Relationship Id="rId11" Type="http://schemas.microsoft.com/office/2007/relationships/diagramDrawing" Target="../diagrams/drawing6.xml"/><Relationship Id="rId5" Type="http://schemas.openxmlformats.org/officeDocument/2006/relationships/diagramColors" Target="../diagrams/colors5.xml"/><Relationship Id="rId10" Type="http://schemas.openxmlformats.org/officeDocument/2006/relationships/diagramColors" Target="../diagrams/colors6.xml"/><Relationship Id="rId4" Type="http://schemas.openxmlformats.org/officeDocument/2006/relationships/diagramQuickStyle" Target="../diagrams/quickStyle5.xml"/><Relationship Id="rId9" Type="http://schemas.openxmlformats.org/officeDocument/2006/relationships/diagramQuickStyle" Target="../diagrams/quickStyle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2.svg"/><Relationship Id="rId4" Type="http://schemas.openxmlformats.org/officeDocument/2006/relationships/image" Target="../media/image3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36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5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34.svg"/><Relationship Id="rId7" Type="http://schemas.openxmlformats.org/officeDocument/2006/relationships/image" Target="../media/image38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7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9" Type="http://schemas.openxmlformats.org/officeDocument/2006/relationships/image" Target="../media/image40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VG_busu4J3U?feature=oembed" TargetMode="Externa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38E0B-2AAE-CC46-E474-6DF7AFA73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Ein Spiel zur Erkennung von Deepfakes zur Sensibilisierung der Nutzer durch Öffentliche Displays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9CFAAD-572E-48F5-0557-2254863F411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de-DE" smtClean="0"/>
              <a:pPr rtl="0"/>
              <a:t>1</a:t>
            </a:fld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6F5217-B1AB-1AA7-12BF-72D12AB90C0F}"/>
              </a:ext>
            </a:extLst>
          </p:cNvPr>
          <p:cNvSpPr>
            <a:spLocks noGrp="1"/>
          </p:cNvSpPr>
          <p:nvPr>
            <p:ph sz="quarter" idx="4294967295"/>
          </p:nvPr>
        </p:nvSpPr>
        <p:spPr>
          <a:xfrm>
            <a:off x="1468814" y="4486886"/>
            <a:ext cx="9516897" cy="12416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de-DE" sz="2000" b="1" dirty="0"/>
              <a:t>Prüfer/in: </a:t>
            </a:r>
            <a:r>
              <a:rPr lang="de-DE" sz="2000" dirty="0"/>
              <a:t>Prof. Dr. Florian Alt</a:t>
            </a:r>
          </a:p>
          <a:p>
            <a:pPr marL="0" indent="0">
              <a:buNone/>
            </a:pPr>
            <a:r>
              <a:rPr lang="de-DE" sz="2000" b="1" dirty="0"/>
              <a:t>Betreuer/in: </a:t>
            </a:r>
            <a:r>
              <a:rPr lang="de-DE" sz="2000" dirty="0"/>
              <a:t>Doruntina Murtezaj, M.Sc.</a:t>
            </a:r>
          </a:p>
          <a:p>
            <a:pPr marL="0" indent="0">
              <a:buNone/>
            </a:pPr>
            <a:r>
              <a:rPr lang="de-DE" sz="2000" b="1" dirty="0"/>
              <a:t>Datum: </a:t>
            </a:r>
            <a:r>
              <a:rPr lang="de-DE" sz="2000" dirty="0"/>
              <a:t>18.09.2025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4735AF2-8C3E-087A-C8B7-9D4F2266FE4A}"/>
              </a:ext>
            </a:extLst>
          </p:cNvPr>
          <p:cNvSpPr txBox="1">
            <a:spLocks/>
          </p:cNvSpPr>
          <p:nvPr/>
        </p:nvSpPr>
        <p:spPr>
          <a:xfrm>
            <a:off x="1602553" y="2261122"/>
            <a:ext cx="8552264" cy="142758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defPPr>
              <a:defRPr lang="de-DE"/>
            </a:defPPr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de-DE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de-DE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Disputation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b="1" dirty="0"/>
              <a:t>Anton Hantschmann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e-DE" dirty="0"/>
              <a:t>Institut für Informatik</a:t>
            </a:r>
            <a:br>
              <a:rPr lang="de-DE" dirty="0"/>
            </a:br>
            <a:r>
              <a:rPr lang="de-DE" dirty="0"/>
              <a:t>Ludwig-Maximilians-Universität München</a:t>
            </a:r>
          </a:p>
        </p:txBody>
      </p:sp>
    </p:spTree>
    <p:extLst>
      <p:ext uri="{BB962C8B-B14F-4D97-AF65-F5344CB8AC3E}">
        <p14:creationId xmlns:p14="http://schemas.microsoft.com/office/powerpoint/2010/main" val="752193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C504F81-2E5E-4E06-EE28-E493F4F22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Strong Start</a:t>
            </a:r>
          </a:p>
        </p:txBody>
      </p:sp>
    </p:spTree>
    <p:extLst>
      <p:ext uri="{BB962C8B-B14F-4D97-AF65-F5344CB8AC3E}">
        <p14:creationId xmlns:p14="http://schemas.microsoft.com/office/powerpoint/2010/main" val="33788224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DEBC60-AA38-5DEF-3160-0CAA68F3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Wichtige Konzepte und Technologien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27C964F-E2D5-D8E7-C513-C47A7E409DF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3</a:t>
            </a:fld>
            <a:endParaRPr lang="de-DE" dirty="0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89BE54B-FC2A-79A5-156D-0F879D9462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1092495"/>
              </p:ext>
            </p:extLst>
          </p:nvPr>
        </p:nvGraphicFramePr>
        <p:xfrm>
          <a:off x="1688758" y="1754660"/>
          <a:ext cx="8526162" cy="42960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06152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3DC46-88C7-D83A-87C4-5A445DF67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6C6551-AD55-A579-A5A0-7FFB621E0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Stand der Forschung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A77B58-5E6E-7AF0-AC8E-A082FAE99FC9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4</a:t>
            </a:fld>
            <a:endParaRPr lang="de-DE" dirty="0"/>
          </a:p>
        </p:txBody>
      </p:sp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7345A07D-6118-D5A7-ED91-5B3AF884FD4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3561643"/>
              </p:ext>
            </p:extLst>
          </p:nvPr>
        </p:nvGraphicFramePr>
        <p:xfrm>
          <a:off x="3108411" y="1931437"/>
          <a:ext cx="5975177" cy="35257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046073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9E51F-F646-F624-49E3-69C34AF28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7615" y="690511"/>
            <a:ext cx="7550340" cy="4631987"/>
          </a:xfrm>
        </p:spPr>
        <p:txBody>
          <a:bodyPr anchor="b">
            <a:normAutofit/>
          </a:bodyPr>
          <a:lstStyle/>
          <a:p>
            <a:r>
              <a:rPr lang="de-DE" sz="4700" dirty="0"/>
              <a:t>Was fehlt?</a:t>
            </a:r>
            <a:br>
              <a:rPr lang="de-DE" sz="4700" dirty="0"/>
            </a:br>
            <a:br>
              <a:rPr lang="de-DE" sz="4700" dirty="0"/>
            </a:br>
            <a:r>
              <a:rPr lang="de-DE" sz="4700" dirty="0"/>
              <a:t>Niedrigschwellige, öffentlich zugängliche Bildungsansätze</a:t>
            </a:r>
          </a:p>
        </p:txBody>
      </p:sp>
      <p:sp>
        <p:nvSpPr>
          <p:cNvPr id="4" name="Slide Number Placeholder 3" hidden="1">
            <a:extLst>
              <a:ext uri="{FF2B5EF4-FFF2-40B4-BE49-F238E27FC236}">
                <a16:creationId xmlns:a16="http://schemas.microsoft.com/office/drawing/2014/main" id="{370B1FBF-5A76-B076-25D2-349B4D2AFA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412136" y="5943601"/>
            <a:ext cx="968983" cy="651912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18D65601-5AE2-46FC-B138-694DDD2B510D}" type="slidenum">
              <a:rPr lang="de-DE" smtClean="0"/>
              <a:pPr rtl="0">
                <a:spcAft>
                  <a:spcPts val="600"/>
                </a:spcAft>
              </a:pPr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629421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986F71E8-8D71-9405-3A01-01C3B8F86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Forschungslücke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34518A5-1C9D-79F3-349C-3E7AAFD9895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6</a:t>
            </a:fld>
            <a:endParaRPr lang="de-DE" dirty="0"/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1C5E2A69-E786-52E3-E1C9-9DC083F518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94262469"/>
              </p:ext>
            </p:extLst>
          </p:nvPr>
        </p:nvGraphicFramePr>
        <p:xfrm>
          <a:off x="1028701" y="1527110"/>
          <a:ext cx="5257800" cy="44164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0B50C6E-CA7A-B5D0-74D5-C70C6248449A}"/>
              </a:ext>
            </a:extLst>
          </p:cNvPr>
          <p:cNvSpPr txBox="1"/>
          <p:nvPr/>
        </p:nvSpPr>
        <p:spPr>
          <a:xfrm>
            <a:off x="6903066" y="3182908"/>
            <a:ext cx="4185920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b="1" dirty="0"/>
              <a:t>Idee:</a:t>
            </a:r>
          </a:p>
          <a:p>
            <a:r>
              <a:rPr lang="de-DE" sz="2400" dirty="0"/>
              <a:t>Ein Spiel zur Sensibilisierung und Verbesserung der Deepfake Erkennung auf öffentlichen Displays</a:t>
            </a:r>
          </a:p>
        </p:txBody>
      </p:sp>
      <p:pic>
        <p:nvPicPr>
          <p:cNvPr id="17" name="Graphic 16" descr="Lights On with solid fill">
            <a:extLst>
              <a:ext uri="{FF2B5EF4-FFF2-40B4-BE49-F238E27FC236}">
                <a16:creationId xmlns:a16="http://schemas.microsoft.com/office/drawing/2014/main" id="{F45E2E19-B01D-291F-108A-DDEAAC94424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24844" y="1931437"/>
            <a:ext cx="914400" cy="914400"/>
          </a:xfrm>
          <a:prstGeom prst="rect">
            <a:avLst/>
          </a:prstGeom>
        </p:spPr>
      </p:pic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45D834E-5776-0287-9BA6-D90DB037C349}"/>
              </a:ext>
            </a:extLst>
          </p:cNvPr>
          <p:cNvCxnSpPr>
            <a:cxnSpLocks/>
          </p:cNvCxnSpPr>
          <p:nvPr/>
        </p:nvCxnSpPr>
        <p:spPr>
          <a:xfrm>
            <a:off x="6458465" y="1531902"/>
            <a:ext cx="0" cy="4111017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4382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E3C15354-374E-4710-792F-592E588BAA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 rtlCol="0"/>
          <a:lstStyle>
            <a:defPPr>
              <a:defRPr lang="de-DE"/>
            </a:defPPr>
          </a:lstStyle>
          <a:p>
            <a:pPr rtl="0"/>
            <a:r>
              <a:rPr lang="de-DE" dirty="0"/>
              <a:t>Zentrale Forschungsfragen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5756543-DA8C-CEE2-0E13-19DE61C1349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>
            <a:defPPr>
              <a:defRPr lang="de-DE"/>
            </a:defPPr>
          </a:lstStyle>
          <a:p>
            <a:pPr rtl="0"/>
            <a:fld id="{18D65601-5AE2-46FC-B138-694DDD2B510D}" type="slidenum">
              <a:rPr lang="de-DE" smtClean="0"/>
              <a:pPr rtl="0"/>
              <a:t>7</a:t>
            </a:fld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DFBC406-A2E0-EC1F-F9D4-01079AF868B0}"/>
              </a:ext>
            </a:extLst>
          </p:cNvPr>
          <p:cNvSpPr txBox="1"/>
          <p:nvPr/>
        </p:nvSpPr>
        <p:spPr>
          <a:xfrm>
            <a:off x="1173191" y="2035769"/>
            <a:ext cx="1010439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Forschungsfrage 1:</a:t>
            </a:r>
          </a:p>
          <a:p>
            <a:r>
              <a:rPr lang="de-DE" sz="2400" dirty="0"/>
              <a:t>Inwieweit hilft ein spielbasierter Ansatz auf einem Public Display bei der Erkennung von Deepfake-Videos, und wie tragen die vorgestellten Erkennungsstrategien zur Sensibilisierung der Menschen bei?</a:t>
            </a:r>
            <a:endParaRPr lang="de-DE" sz="2400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BED41F-61BB-B5A0-1AD3-9F90DA04DEB8}"/>
              </a:ext>
            </a:extLst>
          </p:cNvPr>
          <p:cNvSpPr txBox="1"/>
          <p:nvPr/>
        </p:nvSpPr>
        <p:spPr>
          <a:xfrm>
            <a:off x="1173191" y="4037401"/>
            <a:ext cx="10104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Forschungsfrage 2:</a:t>
            </a:r>
          </a:p>
          <a:p>
            <a:r>
              <a:rPr lang="de-DE" sz="2400" dirty="0"/>
              <a:t>Wie nehmen Nutzer Public Displays zur Erkennung von Deepfake-Videos wahr?</a:t>
            </a:r>
            <a:endParaRPr lang="de-DE" sz="2400" b="1" dirty="0"/>
          </a:p>
        </p:txBody>
      </p:sp>
    </p:spTree>
    <p:extLst>
      <p:ext uri="{BB962C8B-B14F-4D97-AF65-F5344CB8AC3E}">
        <p14:creationId xmlns:p14="http://schemas.microsoft.com/office/powerpoint/2010/main" val="23020101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98FE2-F578-B97E-4637-4BB754679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Spielablauf</a:t>
            </a:r>
          </a:p>
        </p:txBody>
      </p:sp>
    </p:spTree>
    <p:extLst>
      <p:ext uri="{BB962C8B-B14F-4D97-AF65-F5344CB8AC3E}">
        <p14:creationId xmlns:p14="http://schemas.microsoft.com/office/powerpoint/2010/main" val="4210802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8EB5C47D-BDF0-94A0-857D-4C144549FAD1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7506468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DAC2B-CAAD-5686-A18F-4B112A301E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8D97A16-AEC0-32F2-83F4-33D93711D0D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75338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4E3BE-9FD1-E2CE-60BD-D002D41E46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35AFC94-EB42-EA16-27A8-9F3D12F4C88C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79149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D618C-F7CE-3516-7714-C8195E6CCD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video&#10;&#10;AI-generated content may be incorrect.">
            <a:extLst>
              <a:ext uri="{FF2B5EF4-FFF2-40B4-BE49-F238E27FC236}">
                <a16:creationId xmlns:a16="http://schemas.microsoft.com/office/drawing/2014/main" id="{AB6DA7C9-C7E9-0DA8-A4A3-6E1BB89BA60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2" name="id9_id26_0000_c">
            <a:hlinkClick r:id="" action="ppaction://media"/>
            <a:extLst>
              <a:ext uri="{FF2B5EF4-FFF2-40B4-BE49-F238E27FC236}">
                <a16:creationId xmlns:a16="http://schemas.microsoft.com/office/drawing/2014/main" id="{C4B56CA7-6C8E-3ED2-8267-4ABA59392D1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2437771" y="1207747"/>
            <a:ext cx="7316458" cy="3875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57324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93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01E30-D97F-9E00-B2C0-AFC49B908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television show&#10;&#10;AI-generated content may be incorrect.">
            <a:extLst>
              <a:ext uri="{FF2B5EF4-FFF2-40B4-BE49-F238E27FC236}">
                <a16:creationId xmlns:a16="http://schemas.microsoft.com/office/drawing/2014/main" id="{04459A46-7C80-912F-0040-B6CB127A5C9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612971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D50CE-E5A3-E510-AE17-C1157227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EF32B185-78C2-87D6-FAB4-7E8B4F288B1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0298205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6C88A4-6238-723D-281B-D82F9FF9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45DE8810-80E8-7084-A2FD-F7CF1FA08DD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297677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FECFC1-6D85-2A23-2ADE-3CD548692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A295DFCD-D668-4ABF-340F-FF355173A6F8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325852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B6A6A-B9B7-3FB3-4BC3-49C638E53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video&#10;&#10;AI-generated content may be incorrect.">
            <a:extLst>
              <a:ext uri="{FF2B5EF4-FFF2-40B4-BE49-F238E27FC236}">
                <a16:creationId xmlns:a16="http://schemas.microsoft.com/office/drawing/2014/main" id="{06273836-527F-F02C-F989-8F800DEFFBC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5278299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71F51F-BD9F-8CAB-1224-2893D3B61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081C0EC-C2C5-BA84-57C3-ECC790E0086B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874970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6BD35B-BEED-1978-ACAF-371634FE9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F3B5F9-5F54-CEDD-2A81-34056A8DDCA2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125304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AF8D55-4676-CF90-B8D1-0D3224AE2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51C0E29-EECA-E8BF-2E36-58383FEA6666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942137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B57C48-C083-4703-4233-DE2C26D122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8CAF9F-1A2D-EC15-0C18-38D12666278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51805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B2AA9-FB6E-62F1-AC71-7010660C05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B00EF2A-B965-50DA-4103-296729D59C8F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76905132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C109E-73B7-42D1-7303-DE8B91A0F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51C9FC-7D69-BD4C-B1DD-B0FCCA0F9E6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642164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91688-D3AC-5F8A-B88D-46EEF1F0D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03CB65A-0407-7480-CC3E-9E0D6476DA0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315080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67F04-5897-426F-1D65-0EEB3B06B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AD4CF59-1063-3E6B-3EAC-490B41B125B9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943019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648E8-FC7F-B04C-CCB1-9E9C55201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9DB0511-7C7E-1132-4F94-30B7955F1A5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8844038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F6AE9-541F-E8B9-8A34-6307501CE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FD96ADC8-70D5-39CB-78FF-D42BE4B77D87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5290392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F7F846-279E-A551-7790-3C1663B65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F2967F4-85B4-4CCD-D486-B9ECEB50B1D4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57918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7E368-F981-C40D-0150-9CCBA5821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BDE4969-772E-A70F-3820-2CDFC43A79D3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793662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1368C-C02B-8F65-0CE9-E15A47AA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752A29A-E215-1775-1A26-F4D8738CFBCA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15183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F6DE4F-3B50-2400-A944-78C93F58C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qr code&#10;&#10;AI-generated content may be incorrect.">
            <a:extLst>
              <a:ext uri="{FF2B5EF4-FFF2-40B4-BE49-F238E27FC236}">
                <a16:creationId xmlns:a16="http://schemas.microsoft.com/office/drawing/2014/main" id="{76C111A9-2442-9790-04FE-63842FD2A1E5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6433032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6A56F2-8FF2-A6AE-1FCA-CF2005DAB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ontent Placeholder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F9DE7D-0563-F9F1-6050-94D32A96E21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6669643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3CD16-9355-A81C-86CC-B88A0110B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Studiendesign</a:t>
            </a:r>
          </a:p>
        </p:txBody>
      </p:sp>
    </p:spTree>
    <p:extLst>
      <p:ext uri="{BB962C8B-B14F-4D97-AF65-F5344CB8AC3E}">
        <p14:creationId xmlns:p14="http://schemas.microsoft.com/office/powerpoint/2010/main" val="16258320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1AAF5718-BB82-40DC-B4BA-973916B89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8814" y="503852"/>
            <a:ext cx="9808773" cy="1427585"/>
          </a:xfrm>
        </p:spPr>
        <p:txBody>
          <a:bodyPr/>
          <a:lstStyle/>
          <a:p>
            <a:r>
              <a:rPr lang="en-US" dirty="0"/>
              <a:t>Setup</a:t>
            </a:r>
          </a:p>
        </p:txBody>
      </p:sp>
      <p:pic>
        <p:nvPicPr>
          <p:cNvPr id="7" name="Picture Placeholder 6" descr="A screen with a person's face on it&#10;&#10;AI-generated content may be incorrect.">
            <a:extLst>
              <a:ext uri="{FF2B5EF4-FFF2-40B4-BE49-F238E27FC236}">
                <a16:creationId xmlns:a16="http://schemas.microsoft.com/office/drawing/2014/main" id="{25F25BA2-0ED5-A459-2833-6E07C1642856}"/>
              </a:ext>
            </a:extLst>
          </p:cNvPr>
          <p:cNvPicPr>
            <a:picLocks noGrp="1" noChangeAspect="1"/>
          </p:cNvPicPr>
          <p:nvPr>
            <p:ph sz="quarter" idx="12"/>
          </p:nvPr>
        </p:nvPicPr>
        <p:blipFill>
          <a:blip r:embed="rId2"/>
          <a:stretch>
            <a:fillRect/>
          </a:stretch>
        </p:blipFill>
        <p:spPr>
          <a:xfrm>
            <a:off x="1468814" y="2381938"/>
            <a:ext cx="4627186" cy="3470389"/>
          </a:xfrm>
          <a:noFill/>
        </p:spPr>
      </p:pic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EFA2622-93F0-F1B6-3364-655E23CC1789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6668188" y="3121746"/>
            <a:ext cx="4609399" cy="199077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55 Zoll Touchscreen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 err="1"/>
              <a:t>Durchgangsraum</a:t>
            </a:r>
            <a:r>
              <a:rPr lang="en-US" dirty="0"/>
              <a:t> in der </a:t>
            </a:r>
            <a:r>
              <a:rPr lang="en-US" dirty="0" err="1"/>
              <a:t>Schellingstraße</a:t>
            </a:r>
            <a:r>
              <a:rPr lang="en-US" dirty="0"/>
              <a:t> 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11 </a:t>
            </a:r>
            <a:r>
              <a:rPr lang="en-US" dirty="0" err="1"/>
              <a:t>Videopaare</a:t>
            </a:r>
            <a:r>
              <a:rPr lang="en-US" dirty="0"/>
              <a:t> (</a:t>
            </a:r>
            <a:r>
              <a:rPr lang="en-US" dirty="0" err="1"/>
              <a:t>echt</a:t>
            </a:r>
            <a:r>
              <a:rPr lang="en-US" dirty="0"/>
              <a:t> + Deepfake)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D4367F-B452-0C9E-4E69-547D866015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412136" y="5943601"/>
            <a:ext cx="968983" cy="651912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18D65601-5AE2-46FC-B138-694DDD2B510D}" type="slidenum">
              <a:rPr lang="de-DE" smtClean="0"/>
              <a:pPr rtl="0">
                <a:spcAft>
                  <a:spcPts val="600"/>
                </a:spcAft>
              </a:pPr>
              <a:t>34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66704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5">
            <a:extLst>
              <a:ext uri="{FF2B5EF4-FFF2-40B4-BE49-F238E27FC236}">
                <a16:creationId xmlns:a16="http://schemas.microsoft.com/office/drawing/2014/main" id="{4B1DD662-C5DF-2973-9FC6-974F392C3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Ablauf</a:t>
            </a:r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46469BEF-1393-5F41-56C1-9FE4A4C007FC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918407412"/>
              </p:ext>
            </p:extLst>
          </p:nvPr>
        </p:nvGraphicFramePr>
        <p:xfrm>
          <a:off x="1381119" y="1765931"/>
          <a:ext cx="9790112" cy="2801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DE138-73DB-960C-C14B-D6FA58D0778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de-DE" smtClean="0"/>
              <a:pPr rtl="0"/>
              <a:t>35</a:t>
            </a:fld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F6DC55F-5C94-EB27-7E4F-2DACD87C0BF8}"/>
              </a:ext>
            </a:extLst>
          </p:cNvPr>
          <p:cNvSpPr txBox="1"/>
          <p:nvPr/>
        </p:nvSpPr>
        <p:spPr>
          <a:xfrm>
            <a:off x="1381119" y="5026234"/>
            <a:ext cx="424532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Phase 1 (beaufsichtigt):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48 Teilnehmer, davon haben 41 die Umfrage abgeschlossen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Abschlussrate der Umfrage bei 85,4%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5C39147-1D4A-BEB0-8CF5-3357FB776ABE}"/>
              </a:ext>
            </a:extLst>
          </p:cNvPr>
          <p:cNvSpPr txBox="1"/>
          <p:nvPr/>
        </p:nvSpPr>
        <p:spPr>
          <a:xfrm>
            <a:off x="6096000" y="5026234"/>
            <a:ext cx="4245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Phase 2 (unbeaufsichtigt):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30 Teilnehmer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dirty="0"/>
              <a:t>Abschlussrate der Umfrage bei 10%</a:t>
            </a:r>
          </a:p>
        </p:txBody>
      </p:sp>
    </p:spTree>
    <p:extLst>
      <p:ext uri="{BB962C8B-B14F-4D97-AF65-F5344CB8AC3E}">
        <p14:creationId xmlns:p14="http://schemas.microsoft.com/office/powerpoint/2010/main" val="186807939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D3F5-5D20-D6F6-2A63-19FD01964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Datenerfassung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CEBD76-ECB2-FC55-A825-A135EB6087C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de-DE" smtClean="0"/>
              <a:pPr rtl="0"/>
              <a:t>36</a:t>
            </a:fld>
            <a:endParaRPr lang="de-DE" dirty="0"/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6847DEF6-4BF7-3C29-007C-82603A7E683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67117639"/>
              </p:ext>
            </p:extLst>
          </p:nvPr>
        </p:nvGraphicFramePr>
        <p:xfrm>
          <a:off x="1078689" y="1723805"/>
          <a:ext cx="4771023" cy="4769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197FFDB3-A99F-22BB-6192-FE2392A75F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08785042"/>
              </p:ext>
            </p:extLst>
          </p:nvPr>
        </p:nvGraphicFramePr>
        <p:xfrm>
          <a:off x="6095999" y="1649664"/>
          <a:ext cx="5181588" cy="47692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714B956-D85B-A327-FD93-BBA6231340C2}"/>
              </a:ext>
            </a:extLst>
          </p:cNvPr>
          <p:cNvCxnSpPr>
            <a:cxnSpLocks/>
          </p:cNvCxnSpPr>
          <p:nvPr/>
        </p:nvCxnSpPr>
        <p:spPr>
          <a:xfrm>
            <a:off x="5939481" y="1723805"/>
            <a:ext cx="0" cy="4219796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52347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F8E4F-9487-D11F-6B32-65CEABA0A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Wichtige Erkenntnisse</a:t>
            </a:r>
          </a:p>
        </p:txBody>
      </p:sp>
    </p:spTree>
    <p:extLst>
      <p:ext uri="{BB962C8B-B14F-4D97-AF65-F5344CB8AC3E}">
        <p14:creationId xmlns:p14="http://schemas.microsoft.com/office/powerpoint/2010/main" val="18928777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E0781-5B19-B76A-19B7-361D8821E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Spielbasierter Ansatz</a:t>
            </a:r>
          </a:p>
        </p:txBody>
      </p:sp>
      <p:pic>
        <p:nvPicPr>
          <p:cNvPr id="8" name="Content Placeholder 7" descr="Checkbox Checked with solid fill">
            <a:extLst>
              <a:ext uri="{FF2B5EF4-FFF2-40B4-BE49-F238E27FC236}">
                <a16:creationId xmlns:a16="http://schemas.microsoft.com/office/drawing/2014/main" id="{D6058B00-05C4-22CF-4339-97E8EEE0453D}"/>
              </a:ext>
            </a:extLst>
          </p:cNvPr>
          <p:cNvPicPr>
            <a:picLocks noGrp="1" noChangeAspect="1"/>
          </p:cNvPicPr>
          <p:nvPr>
            <p:ph sz="quarter" idx="1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08829" y="4807541"/>
            <a:ext cx="914400" cy="914400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361A35-4ACF-8FDE-41CA-00A11B02277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de-DE" smtClean="0"/>
              <a:pPr rtl="0"/>
              <a:t>38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11A577-3846-22F1-94EF-11F054108694}"/>
              </a:ext>
            </a:extLst>
          </p:cNvPr>
          <p:cNvSpPr txBox="1"/>
          <p:nvPr/>
        </p:nvSpPr>
        <p:spPr>
          <a:xfrm>
            <a:off x="1166935" y="2628593"/>
            <a:ext cx="464897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Erhöhte Lernmotivation</a:t>
            </a:r>
          </a:p>
          <a:p>
            <a:endParaRPr lang="de-DE" sz="2000" dirty="0"/>
          </a:p>
          <a:p>
            <a:r>
              <a:rPr lang="de-DE" sz="2000" dirty="0"/>
              <a:t>Erhöhte Erkennungsgenauigkeit bei mehr gespielten Spielen</a:t>
            </a:r>
          </a:p>
          <a:p>
            <a:endParaRPr lang="de-DE" sz="2000" dirty="0"/>
          </a:p>
          <a:p>
            <a:r>
              <a:rPr lang="de-DE" sz="2000" dirty="0"/>
              <a:t>Gestiegene Selbsteinschätzung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B2D0E295-EFFC-9A85-916B-FA0413F522A3}"/>
              </a:ext>
            </a:extLst>
          </p:cNvPr>
          <p:cNvSpPr/>
          <p:nvPr/>
        </p:nvSpPr>
        <p:spPr>
          <a:xfrm>
            <a:off x="5972432" y="3322121"/>
            <a:ext cx="1227438" cy="551935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8270FC-5617-8EC7-4CE8-F41520C4A8C6}"/>
              </a:ext>
            </a:extLst>
          </p:cNvPr>
          <p:cNvSpPr txBox="1"/>
          <p:nvPr/>
        </p:nvSpPr>
        <p:spPr>
          <a:xfrm>
            <a:off x="7652951" y="3367255"/>
            <a:ext cx="42095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400" b="1" dirty="0"/>
              <a:t>Alle Hypothesen bestätigt!</a:t>
            </a:r>
          </a:p>
        </p:txBody>
      </p:sp>
      <p:pic>
        <p:nvPicPr>
          <p:cNvPr id="12" name="Graphic 11" descr="Game controller with solid fill">
            <a:extLst>
              <a:ext uri="{FF2B5EF4-FFF2-40B4-BE49-F238E27FC236}">
                <a16:creationId xmlns:a16="http://schemas.microsoft.com/office/drawing/2014/main" id="{44139CE2-0128-FB26-1EA5-E1B11DD580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73200" y="7604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82053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5C12E0-4B07-67CE-04E5-91B912EB6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3772957-968C-19AF-5E3C-F035374DF904}"/>
              </a:ext>
            </a:extLst>
          </p:cNvPr>
          <p:cNvSpPr txBox="1"/>
          <p:nvPr/>
        </p:nvSpPr>
        <p:spPr>
          <a:xfrm>
            <a:off x="1381120" y="2158314"/>
            <a:ext cx="86031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dirty="0"/>
              <a:t>Strategien wurden als sehr neuartig empfunden</a:t>
            </a:r>
          </a:p>
          <a:p>
            <a:endParaRPr lang="de-DE" sz="2000" dirty="0"/>
          </a:p>
          <a:p>
            <a:endParaRPr lang="de-DE" sz="2000" dirty="0"/>
          </a:p>
          <a:p>
            <a:r>
              <a:rPr lang="de-DE" sz="2000" dirty="0"/>
              <a:t>Strategien hatten großen Beitrag zum empfundenen Informationsgewinn</a:t>
            </a:r>
          </a:p>
          <a:p>
            <a:endParaRPr lang="de-DE" sz="2000" dirty="0"/>
          </a:p>
          <a:p>
            <a:r>
              <a:rPr lang="de-DE" sz="2000" dirty="0"/>
              <a:t>Strategien nicht gelesen		höhere Erkennungsgenauigkeit</a:t>
            </a:r>
          </a:p>
          <a:p>
            <a:endParaRPr lang="de-DE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422454-BDCF-67AA-5423-8420718FE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Strategien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941918-463A-409C-2480-5B6A97D70DEF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de-DE" smtClean="0"/>
              <a:pPr rtl="0"/>
              <a:t>39</a:t>
            </a:fld>
            <a:endParaRPr lang="de-DE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6CE082E4-C6B6-A340-911C-EF651933E160}"/>
              </a:ext>
            </a:extLst>
          </p:cNvPr>
          <p:cNvSpPr/>
          <p:nvPr/>
        </p:nvSpPr>
        <p:spPr>
          <a:xfrm>
            <a:off x="4330922" y="3770626"/>
            <a:ext cx="667265" cy="23752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9" name="Graphic 8" descr="Close with solid fill">
            <a:extLst>
              <a:ext uri="{FF2B5EF4-FFF2-40B4-BE49-F238E27FC236}">
                <a16:creationId xmlns:a16="http://schemas.microsoft.com/office/drawing/2014/main" id="{FCBA4CFC-AC25-C764-4CD0-10A68BF7AC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41384" y="3670400"/>
            <a:ext cx="437978" cy="437978"/>
          </a:xfrm>
          <a:prstGeom prst="rect">
            <a:avLst/>
          </a:prstGeom>
        </p:spPr>
      </p:pic>
      <p:pic>
        <p:nvPicPr>
          <p:cNvPr id="11" name="Graphic 10" descr="Checkbox Checked with solid fill">
            <a:extLst>
              <a:ext uri="{FF2B5EF4-FFF2-40B4-BE49-F238E27FC236}">
                <a16:creationId xmlns:a16="http://schemas.microsoft.com/office/drawing/2014/main" id="{5FB4FE1F-8ED1-2E90-92CB-16BA85CC0B6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2996" y="2972382"/>
            <a:ext cx="555510" cy="555510"/>
          </a:xfrm>
          <a:prstGeom prst="rect">
            <a:avLst/>
          </a:prstGeom>
        </p:spPr>
      </p:pic>
      <p:pic>
        <p:nvPicPr>
          <p:cNvPr id="15" name="Graphic 14" descr="Checkbox Checked with solid fill">
            <a:extLst>
              <a:ext uri="{FF2B5EF4-FFF2-40B4-BE49-F238E27FC236}">
                <a16:creationId xmlns:a16="http://schemas.microsoft.com/office/drawing/2014/main" id="{2AC0B571-80AF-A992-E7CA-A2CA587847E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82618" y="2224214"/>
            <a:ext cx="555510" cy="555510"/>
          </a:xfrm>
          <a:prstGeom prst="rect">
            <a:avLst/>
          </a:prstGeom>
        </p:spPr>
      </p:pic>
      <p:pic>
        <p:nvPicPr>
          <p:cNvPr id="17" name="Graphic 16" descr="Chess pieces with solid fill">
            <a:extLst>
              <a:ext uri="{FF2B5EF4-FFF2-40B4-BE49-F238E27FC236}">
                <a16:creationId xmlns:a16="http://schemas.microsoft.com/office/drawing/2014/main" id="{ABE16665-A70B-34FD-DA87-72434A0FE32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760444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88719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D5F4B-2C58-04CB-D54D-61B566499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7C552-753A-1237-4675-8820CD8BC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Public Displays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FA16DC-1F38-A8B5-6887-0009D9A0AC6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de-DE" smtClean="0"/>
              <a:pPr rtl="0"/>
              <a:t>40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A5F032-1E43-000A-47B0-FA43E4347230}"/>
              </a:ext>
            </a:extLst>
          </p:cNvPr>
          <p:cNvSpPr txBox="1"/>
          <p:nvPr/>
        </p:nvSpPr>
        <p:spPr>
          <a:xfrm>
            <a:off x="1381118" y="1645167"/>
            <a:ext cx="7565173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000" b="1" dirty="0"/>
              <a:t>Lernbereitschaft:</a:t>
            </a:r>
          </a:p>
          <a:p>
            <a:r>
              <a:rPr lang="de-DE" sz="2000" dirty="0"/>
              <a:t>Strategien wurden von 85.7% der Nutzer gelesen</a:t>
            </a:r>
          </a:p>
          <a:p>
            <a:endParaRPr lang="de-DE" sz="2000" dirty="0"/>
          </a:p>
          <a:p>
            <a:r>
              <a:rPr lang="de-DE" sz="2000" dirty="0"/>
              <a:t>Unerwartete Erkenntnisse:</a:t>
            </a:r>
          </a:p>
          <a:p>
            <a:endParaRPr lang="de-DE" sz="2000" dirty="0"/>
          </a:p>
          <a:p>
            <a:r>
              <a:rPr lang="de-DE" sz="2000" b="1" dirty="0"/>
              <a:t>Aufmerksamkeit: </a:t>
            </a:r>
          </a:p>
          <a:p>
            <a:r>
              <a:rPr lang="de-DE" sz="2000" dirty="0"/>
              <a:t>„Zeit zur Verfügung“ war größter Faktor</a:t>
            </a:r>
          </a:p>
          <a:p>
            <a:endParaRPr lang="de-DE" sz="2000" dirty="0"/>
          </a:p>
          <a:p>
            <a:r>
              <a:rPr lang="de-DE" sz="2000" b="1" dirty="0"/>
              <a:t>Abbruch: </a:t>
            </a:r>
          </a:p>
          <a:p>
            <a:r>
              <a:rPr lang="de-DE" sz="2000" dirty="0"/>
              <a:t>„Begrenzte Zeit“ häufigster Abbruchgrund.</a:t>
            </a:r>
          </a:p>
          <a:p>
            <a:r>
              <a:rPr lang="de-DE" sz="2000" dirty="0"/>
              <a:t>Bemerkenswert: „Interesse verloren“ nur 7.1%</a:t>
            </a:r>
          </a:p>
          <a:p>
            <a:endParaRPr lang="de-DE" sz="2000" dirty="0"/>
          </a:p>
          <a:p>
            <a:r>
              <a:rPr lang="de-DE" sz="2000" b="1" dirty="0"/>
              <a:t>Beobachtung:</a:t>
            </a:r>
          </a:p>
          <a:p>
            <a:r>
              <a:rPr lang="de-DE" sz="2000" dirty="0"/>
              <a:t>Anregung von Spielen in Gruppen und Diskussionen über die Thematik</a:t>
            </a:r>
          </a:p>
        </p:txBody>
      </p:sp>
      <p:pic>
        <p:nvPicPr>
          <p:cNvPr id="7" name="Graphic 6" descr="Close with solid fill">
            <a:extLst>
              <a:ext uri="{FF2B5EF4-FFF2-40B4-BE49-F238E27FC236}">
                <a16:creationId xmlns:a16="http://schemas.microsoft.com/office/drawing/2014/main" id="{DCBE9F08-DB1C-0C62-0C62-0A197D64F1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762" y="3465753"/>
            <a:ext cx="437978" cy="437978"/>
          </a:xfrm>
          <a:prstGeom prst="rect">
            <a:avLst/>
          </a:prstGeom>
        </p:spPr>
      </p:pic>
      <p:pic>
        <p:nvPicPr>
          <p:cNvPr id="9" name="Graphic 8" descr="Checkbox Checked with solid fill">
            <a:extLst>
              <a:ext uri="{FF2B5EF4-FFF2-40B4-BE49-F238E27FC236}">
                <a16:creationId xmlns:a16="http://schemas.microsoft.com/office/drawing/2014/main" id="{E12AFC76-C743-87FD-0F57-C7BD4A50B2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092996" y="1865330"/>
            <a:ext cx="555510" cy="555510"/>
          </a:xfrm>
          <a:prstGeom prst="rect">
            <a:avLst/>
          </a:prstGeom>
        </p:spPr>
      </p:pic>
      <p:pic>
        <p:nvPicPr>
          <p:cNvPr id="10" name="Graphic 9" descr="Close with solid fill">
            <a:extLst>
              <a:ext uri="{FF2B5EF4-FFF2-40B4-BE49-F238E27FC236}">
                <a16:creationId xmlns:a16="http://schemas.microsoft.com/office/drawing/2014/main" id="{B94E37EA-0B9D-0D71-67F0-00C042DD55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51762" y="4553333"/>
            <a:ext cx="437978" cy="437978"/>
          </a:xfrm>
          <a:prstGeom prst="rect">
            <a:avLst/>
          </a:prstGeom>
        </p:spPr>
      </p:pic>
      <p:pic>
        <p:nvPicPr>
          <p:cNvPr id="12" name="Graphic 11" descr="Monitor with solid fill">
            <a:extLst>
              <a:ext uri="{FF2B5EF4-FFF2-40B4-BE49-F238E27FC236}">
                <a16:creationId xmlns:a16="http://schemas.microsoft.com/office/drawing/2014/main" id="{5E7D7AD8-D465-7C47-994C-523545D6B69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96000" y="760444"/>
            <a:ext cx="914400" cy="914400"/>
          </a:xfrm>
          <a:prstGeom prst="rect">
            <a:avLst/>
          </a:prstGeom>
        </p:spPr>
      </p:pic>
      <p:pic>
        <p:nvPicPr>
          <p:cNvPr id="14" name="Graphic 13" descr="Exclamation mark with solid fill">
            <a:extLst>
              <a:ext uri="{FF2B5EF4-FFF2-40B4-BE49-F238E27FC236}">
                <a16:creationId xmlns:a16="http://schemas.microsoft.com/office/drawing/2014/main" id="{84A89CE5-C300-7A9D-461D-413B3AF58FC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092996" y="5555811"/>
            <a:ext cx="555511" cy="555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196372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11F61B-B6B2-0ACB-B97F-62886A275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Implikationen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6CB30A-8F9E-184F-0D73-50E4B778CD7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de-DE" smtClean="0"/>
              <a:pPr rtl="0"/>
              <a:t>41</a:t>
            </a:fld>
            <a:endParaRPr lang="de-DE" dirty="0"/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F343465C-5E43-D789-8291-2E3076B787E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41770548"/>
              </p:ext>
            </p:extLst>
          </p:nvPr>
        </p:nvGraphicFramePr>
        <p:xfrm>
          <a:off x="790832" y="1736703"/>
          <a:ext cx="5577018" cy="36508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" name="Arrow: Right 6">
            <a:extLst>
              <a:ext uri="{FF2B5EF4-FFF2-40B4-BE49-F238E27FC236}">
                <a16:creationId xmlns:a16="http://schemas.microsoft.com/office/drawing/2014/main" id="{FDA4A1A2-6A83-F4C2-BEDE-3CCB6BDBF793}"/>
              </a:ext>
            </a:extLst>
          </p:cNvPr>
          <p:cNvSpPr/>
          <p:nvPr/>
        </p:nvSpPr>
        <p:spPr>
          <a:xfrm>
            <a:off x="5865341" y="3212757"/>
            <a:ext cx="1260389" cy="576648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3EC30D7-B972-D051-0767-DFDEF5ABCED1}"/>
              </a:ext>
            </a:extLst>
          </p:cNvPr>
          <p:cNvSpPr txBox="1"/>
          <p:nvPr/>
        </p:nvSpPr>
        <p:spPr>
          <a:xfrm>
            <a:off x="7424763" y="3212757"/>
            <a:ext cx="46107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Großes Potential für die Vermittlung von sicherheitskritischen Kompetenzen!</a:t>
            </a:r>
          </a:p>
        </p:txBody>
      </p:sp>
    </p:spTree>
    <p:extLst>
      <p:ext uri="{BB962C8B-B14F-4D97-AF65-F5344CB8AC3E}">
        <p14:creationId xmlns:p14="http://schemas.microsoft.com/office/powerpoint/2010/main" val="307497591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10686C-F703-F2DD-55EF-B783D5080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8030" y="2088225"/>
            <a:ext cx="10115939" cy="2681549"/>
          </a:xfrm>
        </p:spPr>
        <p:txBody>
          <a:bodyPr>
            <a:normAutofit fontScale="90000"/>
          </a:bodyPr>
          <a:lstStyle/>
          <a:p>
            <a:r>
              <a:rPr lang="de-DE" dirty="0"/>
              <a:t>Welche weiteren Möglichkeiten fallen Ihnen ein, Public Displays für die öffentliche Weiterbildung in sicherheitsrelevanten Themen zu nutzen?</a:t>
            </a:r>
          </a:p>
        </p:txBody>
      </p:sp>
    </p:spTree>
    <p:extLst>
      <p:ext uri="{BB962C8B-B14F-4D97-AF65-F5344CB8AC3E}">
        <p14:creationId xmlns:p14="http://schemas.microsoft.com/office/powerpoint/2010/main" val="316304845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nline Media 2" title="Nichts ist mehr echt… ALLES ist KI! EVERLAST AI (Veo 3 Deutsch)">
            <a:hlinkClick r:id="" action="ppaction://media"/>
            <a:extLst>
              <a:ext uri="{FF2B5EF4-FFF2-40B4-BE49-F238E27FC236}">
                <a16:creationId xmlns:a16="http://schemas.microsoft.com/office/drawing/2014/main" id="{01E5A3DB-4361-0684-EE93-F2BDDAE17500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26988" y="0"/>
            <a:ext cx="121380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441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4B97A0-61EB-EAB5-3BD1-10856A3C05D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pPr rtl="0"/>
            <a:fld id="{18D65601-5AE2-46FC-B138-694DDD2B510D}" type="slidenum">
              <a:rPr lang="de-DE" smtClean="0"/>
              <a:pPr rtl="0"/>
              <a:t>44</a:t>
            </a:fld>
            <a:endParaRPr lang="de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8B7A3-D66B-F6A2-DE37-47121E556E26}"/>
              </a:ext>
            </a:extLst>
          </p:cNvPr>
          <p:cNvSpPr txBox="1"/>
          <p:nvPr/>
        </p:nvSpPr>
        <p:spPr>
          <a:xfrm>
            <a:off x="1318054" y="609600"/>
            <a:ext cx="40859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Forschungsfragen:</a:t>
            </a:r>
          </a:p>
          <a:p>
            <a:endParaRPr lang="de-DE" dirty="0"/>
          </a:p>
          <a:p>
            <a:r>
              <a:rPr lang="de-DE" dirty="0"/>
              <a:t>Inwieweit hilft ein spielbasierter Ansatz auf einem Public Display bei der Erkennung von Deepfake-Videos, und wie tragen die vorgestellten Erkennungsstrategien zur Sensibilisierung der Menschen bei?</a:t>
            </a:r>
          </a:p>
          <a:p>
            <a:endParaRPr lang="de-DE" dirty="0"/>
          </a:p>
          <a:p>
            <a:r>
              <a:rPr lang="de-DE" dirty="0"/>
              <a:t>Wie nehmen Nutzer Public Displays zur Erkennung von Deepfake-Videos wahr?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D71C06-04F8-A97C-214D-FBF518B2A8FE}"/>
              </a:ext>
            </a:extLst>
          </p:cNvPr>
          <p:cNvSpPr txBox="1"/>
          <p:nvPr/>
        </p:nvSpPr>
        <p:spPr>
          <a:xfrm>
            <a:off x="6606746" y="609600"/>
            <a:ext cx="408596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/>
              <a:t>Ergebnisse:</a:t>
            </a:r>
          </a:p>
          <a:p>
            <a:endParaRPr lang="de-DE" dirty="0"/>
          </a:p>
          <a:p>
            <a:r>
              <a:rPr lang="de-DE" dirty="0"/>
              <a:t>Spielbasierter Ansatz erwies sich als effektiv für die Vermittlung komplexer sicherheitskritischer Themen</a:t>
            </a:r>
          </a:p>
          <a:p>
            <a:endParaRPr lang="de-DE" dirty="0"/>
          </a:p>
          <a:p>
            <a:r>
              <a:rPr lang="de-DE" dirty="0"/>
              <a:t>Die Erkennungsstrategien wurden gut angenommen und vermitteln erfolgreich neue Erkenntnisse </a:t>
            </a:r>
          </a:p>
          <a:p>
            <a:endParaRPr lang="de-DE" dirty="0"/>
          </a:p>
          <a:p>
            <a:r>
              <a:rPr lang="de-DE" dirty="0"/>
              <a:t>Public Displays fanden als Medium für Bildungsanwendungen große Akzeptanz und motivieren zur Interaktion</a:t>
            </a:r>
          </a:p>
        </p:txBody>
      </p:sp>
    </p:spTree>
    <p:extLst>
      <p:ext uri="{BB962C8B-B14F-4D97-AF65-F5344CB8AC3E}">
        <p14:creationId xmlns:p14="http://schemas.microsoft.com/office/powerpoint/2010/main" val="3290704519"/>
      </p:ext>
    </p:extLst>
  </p:cSld>
  <p:clrMapOvr>
    <a:masterClrMapping/>
  </p:clrMapOvr>
</p:sld>
</file>

<file path=ppt/theme/theme1.xml><?xml version="1.0" encoding="utf-8"?>
<a:theme xmlns:a="http://schemas.openxmlformats.org/drawingml/2006/main" name="Benutzerdefiniert">
  <a:themeElements>
    <a:clrScheme name="Custom 23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8696B"/>
      </a:accent1>
      <a:accent2>
        <a:srgbClr val="95B8BF"/>
      </a:accent2>
      <a:accent3>
        <a:srgbClr val="BFD4D9"/>
      </a:accent3>
      <a:accent4>
        <a:srgbClr val="5B4839"/>
      </a:accent4>
      <a:accent5>
        <a:srgbClr val="C3A398"/>
      </a:accent5>
      <a:accent6>
        <a:srgbClr val="CA553E"/>
      </a:accent6>
      <a:hlink>
        <a:srgbClr val="0563C1"/>
      </a:hlink>
      <a:folHlink>
        <a:srgbClr val="954F72"/>
      </a:folHlink>
    </a:clrScheme>
    <a:fontScheme name="Custom 30">
      <a:majorFont>
        <a:latin typeface="Tisa Offc Serif Pro"/>
        <a:ea typeface=""/>
        <a:cs typeface=""/>
      </a:majorFont>
      <a:minorFont>
        <a:latin typeface="Univer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>
          <a:solidFill>
            <a:schemeClr val="accent5">
              <a:lumMod val="20000"/>
              <a:lumOff val="8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_72938327_TF78544816_Win32" id="{A86D2529-0102-4786-A7BE-258984D63721}" vid="{FE3B0FAD-7AD0-46AD-A4CD-14C47D9E5FB9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FDB7358-0BCB-4DEB-B717-C1D7CC555F05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DE3707C-8CAB-4302-B7E1-D32E1543E05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69E9DE5-EFFE-4262-A023-32732F0B666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Moderne Konferenzpräsentation</Template>
  <TotalTime>0</TotalTime>
  <Words>483</Words>
  <Application>Microsoft Office PowerPoint</Application>
  <PresentationFormat>Widescreen</PresentationFormat>
  <Paragraphs>134</Paragraphs>
  <Slides>44</Slides>
  <Notes>5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Tisa Offc Serif Pro</vt:lpstr>
      <vt:lpstr>Univers Light</vt:lpstr>
      <vt:lpstr>Benutzerdefiniert</vt:lpstr>
      <vt:lpstr>Ein Spiel zur Erkennung von Deepfakes zur Sensibilisierung der Nutzer durch Öffentliche Displays</vt:lpstr>
      <vt:lpstr>Strong Start</vt:lpstr>
      <vt:lpstr>Wichtige Konzepte und Technologien</vt:lpstr>
      <vt:lpstr>Stand der Forschung</vt:lpstr>
      <vt:lpstr>Was fehlt?  Niedrigschwellige, öffentlich zugängliche Bildungsansätze</vt:lpstr>
      <vt:lpstr>Forschungslücke</vt:lpstr>
      <vt:lpstr>Zentrale Forschungsfragen</vt:lpstr>
      <vt:lpstr>Spielablauf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Studiendesign</vt:lpstr>
      <vt:lpstr>Setup</vt:lpstr>
      <vt:lpstr>Ablauf</vt:lpstr>
      <vt:lpstr>Datenerfassung</vt:lpstr>
      <vt:lpstr>Wichtige Erkenntnisse</vt:lpstr>
      <vt:lpstr>Spielbasierter Ansatz</vt:lpstr>
      <vt:lpstr>Strategien</vt:lpstr>
      <vt:lpstr>Public Displays</vt:lpstr>
      <vt:lpstr>Implikationen</vt:lpstr>
      <vt:lpstr>Welche weiteren Möglichkeiten fallen Ihnen ein, Public Displays für die öffentliche Weiterbildung in sicherheitsrelevanten Themen zu nutzen?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Hantschmann, Anton</dc:creator>
  <cp:lastModifiedBy>Anton Hantschmann</cp:lastModifiedBy>
  <cp:revision>21</cp:revision>
  <dcterms:created xsi:type="dcterms:W3CDTF">2025-08-29T17:04:37Z</dcterms:created>
  <dcterms:modified xsi:type="dcterms:W3CDTF">2025-09-04T15:43:56Z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